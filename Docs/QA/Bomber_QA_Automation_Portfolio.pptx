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1cbc3d443347aa" /><Relationship Type="http://schemas.openxmlformats.org/officeDocument/2006/relationships/extended-properties" Target="/docProps/app.xml" Id="R0f7244dde4f1439a" /><Relationship Type="http://schemas.openxmlformats.org/officeDocument/2006/relationships/officeDocument" Target="/ppt/presentation.xml" Id="Ra972351f82b645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9c321790cc459a"/>
  </p:sldMasterIdLst>
  <p:notesMasterIdLst>
    <p:notesMasterId xmlns:r="http://schemas.openxmlformats.org/officeDocument/2006/relationships" r:id="R8a5f5066d3d342e5"/>
  </p:notesMasterIdLst>
  <p:sldIdLst>
    <p:sldId xmlns:r="http://schemas.openxmlformats.org/officeDocument/2006/relationships" id="256" r:id="Ra3fada89a20a4089"/>
    <p:sldId xmlns:r="http://schemas.openxmlformats.org/officeDocument/2006/relationships" id="257" r:id="Rceaeb085c8b94a4b"/>
    <p:sldId xmlns:r="http://schemas.openxmlformats.org/officeDocument/2006/relationships" id="258" r:id="Rc03b12253f2f437a"/>
    <p:sldId xmlns:r="http://schemas.openxmlformats.org/officeDocument/2006/relationships" id="259" r:id="Refd8032017bd4c23"/>
    <p:sldId xmlns:r="http://schemas.openxmlformats.org/officeDocument/2006/relationships" id="260" r:id="R6c386cd9b00f45de"/>
    <p:sldId xmlns:r="http://schemas.openxmlformats.org/officeDocument/2006/relationships" id="261" r:id="R1829b23766f848b0"/>
    <p:sldId xmlns:r="http://schemas.openxmlformats.org/officeDocument/2006/relationships" id="262" r:id="Ra8580cdca5624f61"/>
    <p:sldId xmlns:r="http://schemas.openxmlformats.org/officeDocument/2006/relationships" id="263" r:id="Rabc289def9ef4717"/>
    <p:sldId xmlns:r="http://schemas.openxmlformats.org/officeDocument/2006/relationships" id="264" r:id="R09113e5c21e04533"/>
    <p:sldId xmlns:r="http://schemas.openxmlformats.org/officeDocument/2006/relationships" id="265" r:id="R9038ddf041744b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8ef0caf5e6450d" /><Relationship Type="http://schemas.openxmlformats.org/officeDocument/2006/relationships/slideMaster" Target="/ppt/slideMasters/slideMaster1.xml" Id="R4c9c321790cc459a" /><Relationship Type="http://schemas.openxmlformats.org/officeDocument/2006/relationships/notesMaster" Target="/ppt/notesMasters/notesMaster1.xml" Id="R8a5f5066d3d342e5" /><Relationship Type="http://schemas.openxmlformats.org/officeDocument/2006/relationships/presProps" Target="/ppt/presProps.xml" Id="R1c5d4b56b4124116" /><Relationship Type="http://schemas.openxmlformats.org/officeDocument/2006/relationships/tableStyles" Target="/ppt/tableStyles.xml" Id="R008373327eaa4f30" /><Relationship Type="http://schemas.openxmlformats.org/officeDocument/2006/relationships/slide" Target="/ppt/slides/slide1.xml" Id="Ra3fada89a20a4089" /><Relationship Type="http://schemas.openxmlformats.org/officeDocument/2006/relationships/slide" Target="/ppt/slides/slide2.xml" Id="Rceaeb085c8b94a4b" /><Relationship Type="http://schemas.openxmlformats.org/officeDocument/2006/relationships/slide" Target="/ppt/slides/slide3.xml" Id="Rc03b12253f2f437a" /><Relationship Type="http://schemas.openxmlformats.org/officeDocument/2006/relationships/slide" Target="/ppt/slides/slide4.xml" Id="Refd8032017bd4c23" /><Relationship Type="http://schemas.openxmlformats.org/officeDocument/2006/relationships/slide" Target="/ppt/slides/slide5.xml" Id="R6c386cd9b00f45de" /><Relationship Type="http://schemas.openxmlformats.org/officeDocument/2006/relationships/slide" Target="/ppt/slides/slide6.xml" Id="R1829b23766f848b0" /><Relationship Type="http://schemas.openxmlformats.org/officeDocument/2006/relationships/slide" Target="/ppt/slides/slide7.xml" Id="Ra8580cdca5624f61" /><Relationship Type="http://schemas.openxmlformats.org/officeDocument/2006/relationships/slide" Target="/ppt/slides/slide8.xml" Id="Rabc289def9ef4717" /><Relationship Type="http://schemas.openxmlformats.org/officeDocument/2006/relationships/slide" Target="/ppt/slides/slide9.xml" Id="R09113e5c21e04533" /><Relationship Type="http://schemas.openxmlformats.org/officeDocument/2006/relationships/slide" Target="/ppt/slides/slide10.xml" Id="R9038ddf041744b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8e1653784645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b8c3a8ba834f58" /><Relationship Type="http://schemas.openxmlformats.org/officeDocument/2006/relationships/notesMaster" Target="/ppt/notesMasters/notesMaster1.xml" Id="R24c0a3e3fc5048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ce2da92679488c" /><Relationship Type="http://schemas.openxmlformats.org/officeDocument/2006/relationships/notesMaster" Target="/ppt/notesMasters/notesMaster1.xml" Id="R3d9c7de4444746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2fa7551909462b" /><Relationship Type="http://schemas.openxmlformats.org/officeDocument/2006/relationships/notesMaster" Target="/ppt/notesMasters/notesMaster1.xml" Id="R336879d9fe9a44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d58dfb8c0c4b2e" /><Relationship Type="http://schemas.openxmlformats.org/officeDocument/2006/relationships/notesMaster" Target="/ppt/notesMasters/notesMaster1.xml" Id="Ra16919af9abf49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981fe5b9d946aa" /><Relationship Type="http://schemas.openxmlformats.org/officeDocument/2006/relationships/notesMaster" Target="/ppt/notesMasters/notesMaster1.xml" Id="R21aff82d26314d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df9d6da4ed4c57" /><Relationship Type="http://schemas.openxmlformats.org/officeDocument/2006/relationships/notesMaster" Target="/ppt/notesMasters/notesMaster1.xml" Id="R972c093399f640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f9070c5ecc4b7a" /><Relationship Type="http://schemas.openxmlformats.org/officeDocument/2006/relationships/notesMaster" Target="/ppt/notesMasters/notesMaster1.xml" Id="R041d4bc77d9646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6808447f9d44d4" /><Relationship Type="http://schemas.openxmlformats.org/officeDocument/2006/relationships/notesMaster" Target="/ppt/notesMasters/notesMaster1.xml" Id="Rfedab75e58e34a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6c114ca6cb482d" /><Relationship Type="http://schemas.openxmlformats.org/officeDocument/2006/relationships/notesMaster" Target="/ppt/notesMasters/notesMaster1.xml" Id="R2135969d568b4f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a587f2ddaa448b" /><Relationship Type="http://schemas.openxmlformats.org/officeDocument/2006/relationships/notesMaster" Target="/ppt/notesMasters/notesMaster1.xml" Id="R0dbc9946d87240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af0c2001f84c7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e93b5a84eb4d5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53e7fd42e2409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258eda1802490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2852a747047e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07c3ef832e4f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95F192-BAD2-4F86-A55E-2A88B8E1FA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4097BE3-9745-460D-ACDD-35B80F3EDAF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A2FF0DF-F459-4478-8125-F877EC21C2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8FA3CF-758D-401A-98E0-19D51FBCFB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E66B0AA-8500-4A36-BFEE-7C84FCF658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B529549-38D1-45C4-B1B3-DD7AB8632D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1AF4B98-6402-456F-BA0A-913DF82775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7F3BE7B-1209-42F4-8883-8D07D689D4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1F3646-DA53-4CA4-83C2-051282989A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87B869-4CBC-4640-BB65-18F2A28F4A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9b236d14464871" /><Relationship Type="http://schemas.openxmlformats.org/officeDocument/2006/relationships/slideLayout" Target="/ppt/slideLayouts/slideLayout1.xml" Id="Rc2fdd9f43c014adb" /><Relationship Type="http://schemas.openxmlformats.org/officeDocument/2006/relationships/slideLayout" Target="/ppt/slideLayouts/slideLayout2.xml" Id="Rda60a4d759a24efa" /><Relationship Type="http://schemas.openxmlformats.org/officeDocument/2006/relationships/slideLayout" Target="/ppt/slideLayouts/slideLayout3.xml" Id="R63987a2976224e81" /><Relationship Type="http://schemas.openxmlformats.org/officeDocument/2006/relationships/slideLayout" Target="/ppt/slideLayouts/slideLayout4.xml" Id="R634c087286cd415b" /><Relationship Type="http://schemas.openxmlformats.org/officeDocument/2006/relationships/slideLayout" Target="/ppt/slideLayouts/slideLayout5.xml" Id="Rcd4c7979c1c84b7e" /><Relationship Type="http://schemas.openxmlformats.org/officeDocument/2006/relationships/slideLayout" Target="/ppt/slideLayouts/slideLayout6.xml" Id="R7069a98f0f4045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fdd9f43c014adb"/>
    <p:sldLayoutId xmlns:r="http://schemas.openxmlformats.org/officeDocument/2006/relationships" id="2147483650" r:id="Rda60a4d759a24efa"/>
    <p:sldLayoutId xmlns:r="http://schemas.openxmlformats.org/officeDocument/2006/relationships" id="2147483651" r:id="R63987a2976224e81"/>
    <p:sldLayoutId xmlns:r="http://schemas.openxmlformats.org/officeDocument/2006/relationships" id="2147483652" r:id="R634c087286cd415b"/>
    <p:sldLayoutId xmlns:r="http://schemas.openxmlformats.org/officeDocument/2006/relationships" id="2147483653" r:id="Rcd4c7979c1c84b7e"/>
    <p:sldLayoutId xmlns:r="http://schemas.openxmlformats.org/officeDocument/2006/relationships" id="2147483654" r:id="R7069a98f0f4045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df47128499433b" /><Relationship Type="http://schemas.openxmlformats.org/officeDocument/2006/relationships/notesSlide" Target="/ppt/notesSlides/notesSlide1.xml" Id="Re3b5792000164b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039c788c4f4585" /><Relationship Type="http://schemas.openxmlformats.org/officeDocument/2006/relationships/notesSlide" Target="/ppt/notesSlides/notesSlide2.xml" Id="R3f31c77ba62a4e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7644d242af4291" /><Relationship Type="http://schemas.openxmlformats.org/officeDocument/2006/relationships/notesSlide" Target="/ppt/notesSlides/notesSlide3.xml" Id="R25880aa737834b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4dce3484a54bd2" /><Relationship Type="http://schemas.openxmlformats.org/officeDocument/2006/relationships/notesSlide" Target="/ppt/notesSlides/notesSlide4.xml" Id="Rf6c30c6a45014c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c18a9853724471" /><Relationship Type="http://schemas.openxmlformats.org/officeDocument/2006/relationships/notesSlide" Target="/ppt/notesSlides/notesSlide5.xml" Id="R7f912b22d86f40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4dc861b8e145d9" /><Relationship Type="http://schemas.openxmlformats.org/officeDocument/2006/relationships/notesSlide" Target="/ppt/notesSlides/notesSlide6.xml" Id="Rc120f6f7091d4b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42679d79e144da" /><Relationship Type="http://schemas.openxmlformats.org/officeDocument/2006/relationships/notesSlide" Target="/ppt/notesSlides/notesSlide7.xml" Id="R011c47bd01df46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6ccf4e0bef4bea" /><Relationship Type="http://schemas.openxmlformats.org/officeDocument/2006/relationships/notesSlide" Target="/ppt/notesSlides/notesSlide8.xml" Id="R8b01e62ce0414d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717ea6586444e9" /><Relationship Type="http://schemas.openxmlformats.org/officeDocument/2006/relationships/notesSlide" Target="/ppt/notesSlides/notesSlide9.xml" Id="R12ec56f96f0f4a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10b3b58d4343d6" /><Relationship Type="http://schemas.openxmlformats.org/officeDocument/2006/relationships/notesSlide" Target="/ppt/notesSlides/notesSlide10.xml" Id="R6694a2229a8442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7B6A1-EBC0-4246-B54E-C069E4C2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-11430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9525">
            <a:solidFill>
              <a:srgbClr val="163A5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7AA2A-1F9F-4DC3-8CB6-9F0D69D1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05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9525">
            <a:solidFill>
              <a:srgbClr val="18A99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D6FAE-7B20-429D-90F0-53176E50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1050"/>
            <a:ext cx="1676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9525">
            <a:solidFill>
              <a:srgbClr val="18A99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F65BE-312D-42A6-9E15-217B9A9A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47725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</a:defRPr>
            </a:defPPr>
            <a:lvl1pPr>
              <a:defRPr sz="975" b="1">
                <a:solidFill>
                  <a:srgbClr val="FFFFFF"/>
                </a:solidFill>
              </a:defRPr>
            </a:lvl1pPr>
            <a:lvl2pPr>
              <a:defRPr sz="975" b="1">
                <a:solidFill>
                  <a:srgbClr val="FFFFFF"/>
                </a:solidFill>
              </a:defRPr>
            </a:lvl2pPr>
            <a:lvl3pPr>
              <a:defRPr sz="975" b="1">
                <a:solidFill>
                  <a:srgbClr val="FFFFFF"/>
                </a:solidFill>
              </a:defRPr>
            </a:lvl3pPr>
            <a:lvl4pPr>
              <a:defRPr sz="975" b="1">
                <a:solidFill>
                  <a:srgbClr val="FFFFFF"/>
                </a:solidFill>
              </a:defRPr>
            </a:lvl4pPr>
            <a:lvl5pPr>
              <a:defRPr sz="975" b="1">
                <a:solidFill>
                  <a:srgbClr val="FFFFFF"/>
                </a:solidFill>
              </a:defRPr>
            </a:lvl5pPr>
            <a:lvl6pPr>
              <a:defRPr sz="975" b="1">
                <a:solidFill>
                  <a:srgbClr val="FFFFFF"/>
                </a:solidFill>
              </a:defRPr>
            </a:lvl6pPr>
            <a:lvl7pPr>
              <a:defRPr sz="975" b="1">
                <a:solidFill>
                  <a:srgbClr val="FFFFFF"/>
                </a:solidFill>
              </a:defRPr>
            </a:lvl7pPr>
            <a:lvl8pPr>
              <a:defRPr sz="975" b="1">
                <a:solidFill>
                  <a:srgbClr val="FFFFFF"/>
                </a:solidFill>
              </a:defRPr>
            </a:lvl8pPr>
            <a:lvl9pPr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QA AUTOMATION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0D900-BBDB-465D-83BE-309422B2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6858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FFFFF"/>
                </a:solidFill>
              </a:defRPr>
            </a:defPPr>
            <a:lvl1pPr>
              <a:defRPr sz="4050" b="1">
                <a:solidFill>
                  <a:srgbClr val="FFFFFF"/>
                </a:solidFill>
              </a:defRPr>
            </a:lvl1pPr>
            <a:lvl2pPr>
              <a:defRPr sz="4050" b="1">
                <a:solidFill>
                  <a:srgbClr val="FFFFFF"/>
                </a:solidFill>
              </a:defRPr>
            </a:lvl2pPr>
            <a:lvl3pPr>
              <a:defRPr sz="4050" b="1">
                <a:solidFill>
                  <a:srgbClr val="FFFFFF"/>
                </a:solidFill>
              </a:defRPr>
            </a:lvl3pPr>
            <a:lvl4pPr>
              <a:defRPr sz="4050" b="1">
                <a:solidFill>
                  <a:srgbClr val="FFFFFF"/>
                </a:solidFill>
              </a:defRPr>
            </a:lvl4pPr>
            <a:lvl5pPr>
              <a:defRPr sz="4050" b="1">
                <a:solidFill>
                  <a:srgbClr val="FFFFFF"/>
                </a:solidFill>
              </a:defRPr>
            </a:lvl5pPr>
            <a:lvl6pPr>
              <a:defRPr sz="4050" b="1">
                <a:solidFill>
                  <a:srgbClr val="FFFFFF"/>
                </a:solidFill>
              </a:defRPr>
            </a:lvl6pPr>
            <a:lvl7pPr>
              <a:defRPr sz="4050" b="1">
                <a:solidFill>
                  <a:srgbClr val="FFFFFF"/>
                </a:solidFill>
              </a:defRPr>
            </a:lvl7pPr>
            <a:lvl8pPr>
              <a:defRPr sz="4050" b="1">
                <a:solidFill>
                  <a:srgbClr val="FFFFFF"/>
                </a:solidFill>
              </a:defRPr>
            </a:lvl8pPr>
            <a:lvl9pPr>
              <a:defRPr sz="4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Bomber QA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자동화 프로젝트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D6AF6-4BF8-49EE-9F3E-783C9882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D7E3EE"/>
                </a:solidFill>
              </a:defRPr>
            </a:defPPr>
            <a:lvl1pPr>
              <a:defRPr sz="1725">
                <a:solidFill>
                  <a:srgbClr val="D7E3EE"/>
                </a:solidFill>
              </a:defRPr>
            </a:lvl1pPr>
            <a:lvl2pPr>
              <a:defRPr sz="1725">
                <a:solidFill>
                  <a:srgbClr val="D7E3EE"/>
                </a:solidFill>
              </a:defRPr>
            </a:lvl2pPr>
            <a:lvl3pPr>
              <a:defRPr sz="1725">
                <a:solidFill>
                  <a:srgbClr val="D7E3EE"/>
                </a:solidFill>
              </a:defRPr>
            </a:lvl3pPr>
            <a:lvl4pPr>
              <a:defRPr sz="1725">
                <a:solidFill>
                  <a:srgbClr val="D7E3EE"/>
                </a:solidFill>
              </a:defRPr>
            </a:lvl4pPr>
            <a:lvl5pPr>
              <a:defRPr sz="1725">
                <a:solidFill>
                  <a:srgbClr val="D7E3EE"/>
                </a:solidFill>
              </a:defRPr>
            </a:lvl5pPr>
            <a:lvl6pPr>
              <a:defRPr sz="1725">
                <a:solidFill>
                  <a:srgbClr val="D7E3EE"/>
                </a:solidFill>
              </a:defRPr>
            </a:lvl6pPr>
            <a:lvl7pPr>
              <a:defRPr sz="1725">
                <a:solidFill>
                  <a:srgbClr val="D7E3EE"/>
                </a:solidFill>
              </a:defRPr>
            </a:lvl7pPr>
            <a:lvl8pPr>
              <a:defRPr sz="1725">
                <a:solidFill>
                  <a:srgbClr val="D7E3EE"/>
                </a:solidFill>
              </a:defRPr>
            </a:lvl8pPr>
            <a:lvl9pPr>
              <a:defRPr sz="1725">
                <a:solidFill>
                  <a:srgbClr val="D7E3EE"/>
                </a:solidFill>
              </a:defRPr>
            </a:lvl9pPr>
          </a:lstStyle>
          <a:p xmlns:a="http://schemas.openxmlformats.org/drawingml/2006/main">
            <a:pPr>
              <a:defRPr sz="1725">
                <a:solidFill>
                  <a:srgbClr val="D7E3EE"/>
                </a:solidFill>
              </a:defRPr>
            </a:pPr>
            <a:r>
              <a:rPr sz="1725">
                <a:solidFill>
                  <a:srgbClr val="D7E3EE"/>
                </a:solidFill>
              </a:rPr>
              <a:t>Unreal Engine 기반 단위·통합·시스템·인수 테스트와</a:t>
            </a:r>
          </a:p>
          <a:p xmlns:a="http://schemas.openxmlformats.org/drawingml/2006/main">
            <a:pPr>
              <a:defRPr sz="1725">
                <a:solidFill>
                  <a:srgbClr val="D7E3EE"/>
                </a:solidFill>
              </a:defRPr>
            </a:pPr>
            <a:r>
              <a:rPr sz="1725">
                <a:solidFill>
                  <a:srgbClr val="D7E3EE"/>
                </a:solidFill>
              </a:rPr>
              <a:t>결과 관리 자동화 구축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8B243-2594-42B0-A682-4AFE16ED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MunChaeWon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31810-2FBC-4A5E-B548-5FB35072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86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AFC5D8"/>
                </a:solidFill>
              </a:defRPr>
            </a:defPPr>
            <a:lvl1pPr>
              <a:defRPr sz="1050">
                <a:solidFill>
                  <a:srgbClr val="AFC5D8"/>
                </a:solidFill>
              </a:defRPr>
            </a:lvl1pPr>
            <a:lvl2pPr>
              <a:defRPr sz="1050">
                <a:solidFill>
                  <a:srgbClr val="AFC5D8"/>
                </a:solidFill>
              </a:defRPr>
            </a:lvl2pPr>
            <a:lvl3pPr>
              <a:defRPr sz="1050">
                <a:solidFill>
                  <a:srgbClr val="AFC5D8"/>
                </a:solidFill>
              </a:defRPr>
            </a:lvl3pPr>
            <a:lvl4pPr>
              <a:defRPr sz="1050">
                <a:solidFill>
                  <a:srgbClr val="AFC5D8"/>
                </a:solidFill>
              </a:defRPr>
            </a:lvl4pPr>
            <a:lvl5pPr>
              <a:defRPr sz="1050">
                <a:solidFill>
                  <a:srgbClr val="AFC5D8"/>
                </a:solidFill>
              </a:defRPr>
            </a:lvl5pPr>
            <a:lvl6pPr>
              <a:defRPr sz="1050">
                <a:solidFill>
                  <a:srgbClr val="AFC5D8"/>
                </a:solidFill>
              </a:defRPr>
            </a:lvl6pPr>
            <a:lvl7pPr>
              <a:defRPr sz="1050">
                <a:solidFill>
                  <a:srgbClr val="AFC5D8"/>
                </a:solidFill>
              </a:defRPr>
            </a:lvl7pPr>
            <a:lvl8pPr>
              <a:defRPr sz="1050">
                <a:solidFill>
                  <a:srgbClr val="AFC5D8"/>
                </a:solidFill>
              </a:defRPr>
            </a:lvl8pPr>
            <a:lvl9pPr>
              <a:defRPr sz="1050">
                <a:solidFill>
                  <a:srgbClr val="AFC5D8"/>
                </a:solidFill>
              </a:defRPr>
            </a:lvl9pPr>
          </a:lstStyle>
          <a:p xmlns:a="http://schemas.openxmlformats.org/drawingml/2006/main">
            <a:pPr>
              <a:defRPr sz="1050">
                <a:solidFill>
                  <a:srgbClr val="AFC5D8"/>
                </a:solidFill>
              </a:defRPr>
            </a:pPr>
            <a:r>
              <a:rPr sz="1050">
                <a:solidFill>
                  <a:srgbClr val="AFC5D8"/>
                </a:solidFill>
              </a:rPr>
              <a:t>Portfolio Presentation · Week 1–7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0BA00-3C1D-4620-B89F-06E7AA2E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19250"/>
            <a:ext cx="2476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45B73-E4F3-4F2C-A3F1-2920157B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52625"/>
            <a:ext cx="190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550" b="1">
                <a:solidFill>
                  <a:srgbClr val="18A999"/>
                </a:solidFill>
              </a:defRPr>
            </a:defPPr>
            <a:lvl1pPr>
              <a:defRPr sz="5550" b="1">
                <a:solidFill>
                  <a:srgbClr val="18A999"/>
                </a:solidFill>
              </a:defRPr>
            </a:lvl1pPr>
            <a:lvl2pPr>
              <a:defRPr sz="5550" b="1">
                <a:solidFill>
                  <a:srgbClr val="18A999"/>
                </a:solidFill>
              </a:defRPr>
            </a:lvl2pPr>
            <a:lvl3pPr>
              <a:defRPr sz="5550" b="1">
                <a:solidFill>
                  <a:srgbClr val="18A999"/>
                </a:solidFill>
              </a:defRPr>
            </a:lvl3pPr>
            <a:lvl4pPr>
              <a:defRPr sz="5550" b="1">
                <a:solidFill>
                  <a:srgbClr val="18A999"/>
                </a:solidFill>
              </a:defRPr>
            </a:lvl4pPr>
            <a:lvl5pPr>
              <a:defRPr sz="5550" b="1">
                <a:solidFill>
                  <a:srgbClr val="18A999"/>
                </a:solidFill>
              </a:defRPr>
            </a:lvl5pPr>
            <a:lvl6pPr>
              <a:defRPr sz="5550" b="1">
                <a:solidFill>
                  <a:srgbClr val="18A999"/>
                </a:solidFill>
              </a:defRPr>
            </a:lvl6pPr>
            <a:lvl7pPr>
              <a:defRPr sz="5550" b="1">
                <a:solidFill>
                  <a:srgbClr val="18A999"/>
                </a:solidFill>
              </a:defRPr>
            </a:lvl7pPr>
            <a:lvl8pPr>
              <a:defRPr sz="5550" b="1">
                <a:solidFill>
                  <a:srgbClr val="18A999"/>
                </a:solidFill>
              </a:defRPr>
            </a:lvl8pPr>
            <a:lvl9pPr>
              <a:defRPr sz="5550" b="1">
                <a:solidFill>
                  <a:srgbClr val="18A999"/>
                </a:solidFill>
              </a:defRPr>
            </a:lvl9pPr>
          </a:lstStyle>
          <a:p xmlns:a="http://schemas.openxmlformats.org/drawingml/2006/main">
            <a:pPr>
              <a:defRPr sz="5550" b="1">
                <a:solidFill>
                  <a:srgbClr val="18A999"/>
                </a:solidFill>
              </a:defRPr>
            </a:pPr>
            <a:r>
              <a:rPr sz="5550" b="1">
                <a:solidFill>
                  <a:srgbClr val="18A999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6A4F50-BE2A-4C0E-8B2B-E3A0AA95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95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02A43"/>
                </a:solidFill>
              </a:defRPr>
            </a:defPPr>
            <a:lvl1pPr>
              <a:defRPr sz="1125" b="1">
                <a:solidFill>
                  <a:srgbClr val="102A43"/>
                </a:solidFill>
              </a:defRPr>
            </a:lvl1pPr>
            <a:lvl2pPr>
              <a:defRPr sz="1125" b="1">
                <a:solidFill>
                  <a:srgbClr val="102A43"/>
                </a:solidFill>
              </a:defRPr>
            </a:lvl2pPr>
            <a:lvl3pPr>
              <a:defRPr sz="1125" b="1">
                <a:solidFill>
                  <a:srgbClr val="102A43"/>
                </a:solidFill>
              </a:defRPr>
            </a:lvl3pPr>
            <a:lvl4pPr>
              <a:defRPr sz="1125" b="1">
                <a:solidFill>
                  <a:srgbClr val="102A43"/>
                </a:solidFill>
              </a:defRPr>
            </a:lvl4pPr>
            <a:lvl5pPr>
              <a:defRPr sz="1125" b="1">
                <a:solidFill>
                  <a:srgbClr val="102A43"/>
                </a:solidFill>
              </a:defRPr>
            </a:lvl5pPr>
            <a:lvl6pPr>
              <a:defRPr sz="1125" b="1">
                <a:solidFill>
                  <a:srgbClr val="102A43"/>
                </a:solidFill>
              </a:defRPr>
            </a:lvl6pPr>
            <a:lvl7pPr>
              <a:defRPr sz="1125" b="1">
                <a:solidFill>
                  <a:srgbClr val="102A43"/>
                </a:solidFill>
              </a:defRPr>
            </a:lvl7pPr>
            <a:lvl8pPr>
              <a:defRPr sz="1125" b="1">
                <a:solidFill>
                  <a:srgbClr val="102A43"/>
                </a:solidFill>
              </a:defRPr>
            </a:lvl8pPr>
            <a:lvl9pPr>
              <a:defRPr sz="11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TEST LEVELS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704097-CEFE-4BCA-A597-A661B2EC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6707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627384"/>
                </a:solidFill>
              </a:defRPr>
            </a:defPPr>
            <a:lvl1pPr>
              <a:defRPr sz="1125">
                <a:solidFill>
                  <a:srgbClr val="627384"/>
                </a:solidFill>
              </a:defRPr>
            </a:lvl1pPr>
            <a:lvl2pPr>
              <a:defRPr sz="1125">
                <a:solidFill>
                  <a:srgbClr val="627384"/>
                </a:solidFill>
              </a:defRPr>
            </a:lvl2pPr>
            <a:lvl3pPr>
              <a:defRPr sz="1125">
                <a:solidFill>
                  <a:srgbClr val="627384"/>
                </a:solidFill>
              </a:defRPr>
            </a:lvl3pPr>
            <a:lvl4pPr>
              <a:defRPr sz="1125">
                <a:solidFill>
                  <a:srgbClr val="627384"/>
                </a:solidFill>
              </a:defRPr>
            </a:lvl4pPr>
            <a:lvl5pPr>
              <a:defRPr sz="1125">
                <a:solidFill>
                  <a:srgbClr val="627384"/>
                </a:solidFill>
              </a:defRPr>
            </a:lvl5pPr>
            <a:lvl6pPr>
              <a:defRPr sz="1125">
                <a:solidFill>
                  <a:srgbClr val="627384"/>
                </a:solidFill>
              </a:defRPr>
            </a:lvl6pPr>
            <a:lvl7pPr>
              <a:defRPr sz="1125">
                <a:solidFill>
                  <a:srgbClr val="627384"/>
                </a:solidFill>
              </a:defRPr>
            </a:lvl7pPr>
            <a:lvl8pPr>
              <a:defRPr sz="1125">
                <a:solidFill>
                  <a:srgbClr val="627384"/>
                </a:solidFill>
              </a:defRPr>
            </a:lvl8pPr>
            <a:lvl9pPr>
              <a:defRPr sz="1125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125">
                <a:solidFill>
                  <a:srgbClr val="627384"/>
                </a:solidFill>
              </a:defRPr>
            </a:pPr>
            <a:r>
              <a:rPr sz="1125">
                <a:solidFill>
                  <a:srgbClr val="627384"/>
                </a:solidFill>
              </a:rPr>
              <a:t>Unit · Integration</a:t>
            </a:r>
          </a:p>
          <a:p xmlns:a="http://schemas.openxmlformats.org/drawingml/2006/main">
            <a:pPr>
              <a:defRPr sz="1125">
                <a:solidFill>
                  <a:srgbClr val="627384"/>
                </a:solidFill>
              </a:defRPr>
            </a:pPr>
            <a:r>
              <a:rPr sz="1125">
                <a:solidFill>
                  <a:srgbClr val="627384"/>
                </a:solidFill>
              </a:rPr>
              <a:t>System · Acceptance</a:t>
            </a:r>
          </a:p>
        </p:txBody>
      </p:sp>
    </p:spTree>
    <p:extLst>
      <p:ext uri="{BB962C8B-B14F-4D97-AF65-F5344CB8AC3E}">
        <p14:creationId xmlns:p14="http://schemas.microsoft.com/office/powerpoint/2010/main" val="910384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B9400E-3351-4318-8D59-3FD617B1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8A999"/>
                </a:solidFill>
              </a:defRPr>
            </a:defPPr>
            <a:lvl1pPr>
              <a:defRPr sz="975" b="1">
                <a:solidFill>
                  <a:srgbClr val="18A999"/>
                </a:solidFill>
              </a:defRPr>
            </a:lvl1pPr>
            <a:lvl2pPr>
              <a:defRPr sz="975" b="1">
                <a:solidFill>
                  <a:srgbClr val="18A999"/>
                </a:solidFill>
              </a:defRPr>
            </a:lvl2pPr>
            <a:lvl3pPr>
              <a:defRPr sz="975" b="1">
                <a:solidFill>
                  <a:srgbClr val="18A999"/>
                </a:solidFill>
              </a:defRPr>
            </a:lvl3pPr>
            <a:lvl4pPr>
              <a:defRPr sz="975" b="1">
                <a:solidFill>
                  <a:srgbClr val="18A999"/>
                </a:solidFill>
              </a:defRPr>
            </a:lvl4pPr>
            <a:lvl5pPr>
              <a:defRPr sz="975" b="1">
                <a:solidFill>
                  <a:srgbClr val="18A999"/>
                </a:solidFill>
              </a:defRPr>
            </a:lvl5pPr>
            <a:lvl6pPr>
              <a:defRPr sz="975" b="1">
                <a:solidFill>
                  <a:srgbClr val="18A999"/>
                </a:solidFill>
              </a:defRPr>
            </a:lvl6pPr>
            <a:lvl7pPr>
              <a:defRPr sz="975" b="1">
                <a:solidFill>
                  <a:srgbClr val="18A999"/>
                </a:solidFill>
              </a:defRPr>
            </a:lvl7pPr>
            <a:lvl8pPr>
              <a:defRPr sz="975" b="1">
                <a:solidFill>
                  <a:srgbClr val="18A999"/>
                </a:solidFill>
              </a:defRPr>
            </a:lvl8pPr>
            <a:lvl9pPr>
              <a:defRPr sz="975" b="1">
                <a:solidFill>
                  <a:srgbClr val="18A99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01 ·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C2D1A-CED7-49C6-A629-FA5C29F1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A43"/>
                </a:solidFill>
              </a:defRPr>
            </a:defPPr>
            <a:lvl1pPr>
              <a:defRPr sz="2850" b="1">
                <a:solidFill>
                  <a:srgbClr val="102A43"/>
                </a:solidFill>
              </a:defRPr>
            </a:lvl1pPr>
            <a:lvl2pPr>
              <a:defRPr sz="2850" b="1">
                <a:solidFill>
                  <a:srgbClr val="102A43"/>
                </a:solidFill>
              </a:defRPr>
            </a:lvl2pPr>
            <a:lvl3pPr>
              <a:defRPr sz="2850" b="1">
                <a:solidFill>
                  <a:srgbClr val="102A43"/>
                </a:solidFill>
              </a:defRPr>
            </a:lvl3pPr>
            <a:lvl4pPr>
              <a:defRPr sz="2850" b="1">
                <a:solidFill>
                  <a:srgbClr val="102A43"/>
                </a:solidFill>
              </a:defRPr>
            </a:lvl4pPr>
            <a:lvl5pPr>
              <a:defRPr sz="2850" b="1">
                <a:solidFill>
                  <a:srgbClr val="102A43"/>
                </a:solidFill>
              </a:defRPr>
            </a:lvl5pPr>
            <a:lvl6pPr>
              <a:defRPr sz="2850" b="1">
                <a:solidFill>
                  <a:srgbClr val="102A43"/>
                </a:solidFill>
              </a:defRPr>
            </a:lvl6pPr>
            <a:lvl7pPr>
              <a:defRPr sz="2850" b="1">
                <a:solidFill>
                  <a:srgbClr val="102A43"/>
                </a:solidFill>
              </a:defRPr>
            </a:lvl7pPr>
            <a:lvl8pPr>
              <a:defRPr sz="2850" b="1">
                <a:solidFill>
                  <a:srgbClr val="102A43"/>
                </a:solidFill>
              </a:defRPr>
            </a:lvl8pPr>
            <a:lvl9pPr>
              <a:defRPr sz="28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반복 가능한 QA 흐름을 하나로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CEB6A-BCBD-4747-9528-F0BBB4C7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27384"/>
                </a:solidFill>
              </a:defRPr>
            </a:defPPr>
            <a:lvl1pPr>
              <a:defRPr sz="1350">
                <a:solidFill>
                  <a:srgbClr val="627384"/>
                </a:solidFill>
              </a:defRPr>
            </a:lvl1pPr>
            <a:lvl2pPr>
              <a:defRPr sz="1350">
                <a:solidFill>
                  <a:srgbClr val="627384"/>
                </a:solidFill>
              </a:defRPr>
            </a:lvl2pPr>
            <a:lvl3pPr>
              <a:defRPr sz="1350">
                <a:solidFill>
                  <a:srgbClr val="627384"/>
                </a:solidFill>
              </a:defRPr>
            </a:lvl3pPr>
            <a:lvl4pPr>
              <a:defRPr sz="1350">
                <a:solidFill>
                  <a:srgbClr val="627384"/>
                </a:solidFill>
              </a:defRPr>
            </a:lvl4pPr>
            <a:lvl5pPr>
              <a:defRPr sz="1350">
                <a:solidFill>
                  <a:srgbClr val="627384"/>
                </a:solidFill>
              </a:defRPr>
            </a:lvl5pPr>
            <a:lvl6pPr>
              <a:defRPr sz="1350">
                <a:solidFill>
                  <a:srgbClr val="627384"/>
                </a:solidFill>
              </a:defRPr>
            </a:lvl6pPr>
            <a:lvl7pPr>
              <a:defRPr sz="1350">
                <a:solidFill>
                  <a:srgbClr val="627384"/>
                </a:solidFill>
              </a:defRPr>
            </a:lvl7pPr>
            <a:lvl8pPr>
              <a:defRPr sz="1350">
                <a:solidFill>
                  <a:srgbClr val="627384"/>
                </a:solidFill>
              </a:defRPr>
            </a:lvl8pPr>
            <a:lvl9pPr>
              <a:defRPr sz="1350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627384"/>
                </a:solidFill>
              </a:defRPr>
            </a:pPr>
            <a:r>
              <a:rPr sz="1350">
                <a:solidFill>
                  <a:srgbClr val="627384"/>
                </a:solidFill>
              </a:rPr>
              <a:t>테스트 작성부터 결과 기록과 결함 공유까지 한 번의 실행으로 이어지도록 구성했습니다.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B50CD-045B-404C-A7C4-CBAAE01D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04394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F1F6B-6672-4885-985E-190B6A31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76200" cy="933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9525">
            <a:solidFill>
              <a:srgbClr val="F4A26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4BF2D-D232-4593-9A05-E90963E2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050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3"/>
          </a:solidFill>
          <a:ln xmlns:a="http://schemas.openxmlformats.org/drawingml/2006/main" w="9525">
            <a:solidFill>
              <a:srgbClr val="FFF0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7DD3B-B1DD-4B4F-A174-3182E8B1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4A261"/>
                </a:solidFill>
              </a:defRPr>
            </a:defPPr>
            <a:lvl1pPr>
              <a:defRPr sz="975" b="1">
                <a:solidFill>
                  <a:srgbClr val="F4A261"/>
                </a:solidFill>
              </a:defRPr>
            </a:lvl1pPr>
            <a:lvl2pPr>
              <a:defRPr sz="975" b="1">
                <a:solidFill>
                  <a:srgbClr val="F4A261"/>
                </a:solidFill>
              </a:defRPr>
            </a:lvl2pPr>
            <a:lvl3pPr>
              <a:defRPr sz="975" b="1">
                <a:solidFill>
                  <a:srgbClr val="F4A261"/>
                </a:solidFill>
              </a:defRPr>
            </a:lvl3pPr>
            <a:lvl4pPr>
              <a:defRPr sz="975" b="1">
                <a:solidFill>
                  <a:srgbClr val="F4A261"/>
                </a:solidFill>
              </a:defRPr>
            </a:lvl4pPr>
            <a:lvl5pPr>
              <a:defRPr sz="975" b="1">
                <a:solidFill>
                  <a:srgbClr val="F4A261"/>
                </a:solidFill>
              </a:defRPr>
            </a:lvl5pPr>
            <a:lvl6pPr>
              <a:defRPr sz="975" b="1">
                <a:solidFill>
                  <a:srgbClr val="F4A261"/>
                </a:solidFill>
              </a:defRPr>
            </a:lvl6pPr>
            <a:lvl7pPr>
              <a:defRPr sz="975" b="1">
                <a:solidFill>
                  <a:srgbClr val="F4A261"/>
                </a:solidFill>
              </a:defRPr>
            </a:lvl7pPr>
            <a:lvl8pPr>
              <a:defRPr sz="975" b="1">
                <a:solidFill>
                  <a:srgbClr val="F4A261"/>
                </a:solidFill>
              </a:defRPr>
            </a:lvl8pPr>
            <a:lvl9pPr>
              <a:defRPr sz="975" b="1">
                <a:solidFill>
                  <a:srgbClr val="F4A261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4A261"/>
                </a:solidFill>
              </a:defRPr>
            </a:pPr>
            <a:r>
              <a:rPr sz="975" b="1">
                <a:solidFill>
                  <a:srgbClr val="F4A261"/>
                </a:solidFill>
              </a:rPr>
              <a:t>문제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F02C9-B5CA-4CCB-94E4-8406F42F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1457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43"/>
                </a:solidFill>
              </a:defRPr>
            </a:defPPr>
            <a:lvl1pPr>
              <a:defRPr sz="1575" b="1">
                <a:solidFill>
                  <a:srgbClr val="102A43"/>
                </a:solidFill>
              </a:defRPr>
            </a:lvl1pPr>
            <a:lvl2pPr>
              <a:defRPr sz="1575" b="1">
                <a:solidFill>
                  <a:srgbClr val="102A43"/>
                </a:solidFill>
              </a:defRPr>
            </a:lvl2pPr>
            <a:lvl3pPr>
              <a:defRPr sz="1575" b="1">
                <a:solidFill>
                  <a:srgbClr val="102A43"/>
                </a:solidFill>
              </a:defRPr>
            </a:lvl3pPr>
            <a:lvl4pPr>
              <a:defRPr sz="1575" b="1">
                <a:solidFill>
                  <a:srgbClr val="102A43"/>
                </a:solidFill>
              </a:defRPr>
            </a:lvl4pPr>
            <a:lvl5pPr>
              <a:defRPr sz="1575" b="1">
                <a:solidFill>
                  <a:srgbClr val="102A43"/>
                </a:solidFill>
              </a:defRPr>
            </a:lvl5pPr>
            <a:lvl6pPr>
              <a:defRPr sz="1575" b="1">
                <a:solidFill>
                  <a:srgbClr val="102A43"/>
                </a:solidFill>
              </a:defRPr>
            </a:lvl6pPr>
            <a:lvl7pPr>
              <a:defRPr sz="1575" b="1">
                <a:solidFill>
                  <a:srgbClr val="102A43"/>
                </a:solidFill>
              </a:defRPr>
            </a:lvl7pPr>
            <a:lvl8pPr>
              <a:defRPr sz="1575" b="1">
                <a:solidFill>
                  <a:srgbClr val="102A43"/>
                </a:solidFill>
              </a:defRPr>
            </a:lvl8pPr>
            <a:lvl9pPr>
              <a:defRPr sz="15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수동 확인만으로는 같은 조건을 반복하기 어렵고 결과 증빙이 흩어짐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85432-8294-4617-8FDB-E7C8CAD5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104394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D5C00-870D-4341-8A58-834471EC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76200" cy="933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9525">
            <a:solidFill>
              <a:srgbClr val="18A99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616BB-FB87-4A77-B365-2AC73450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052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1"/>
          </a:solidFill>
          <a:ln xmlns:a="http://schemas.openxmlformats.org/drawingml/2006/main" w="9525">
            <a:solidFill>
              <a:srgbClr val="DDF5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A37CB4-4D5F-4CDD-8514-7B22AB84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433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8A999"/>
                </a:solidFill>
              </a:defRPr>
            </a:defPPr>
            <a:lvl1pPr>
              <a:defRPr sz="975" b="1">
                <a:solidFill>
                  <a:srgbClr val="18A999"/>
                </a:solidFill>
              </a:defRPr>
            </a:lvl1pPr>
            <a:lvl2pPr>
              <a:defRPr sz="975" b="1">
                <a:solidFill>
                  <a:srgbClr val="18A999"/>
                </a:solidFill>
              </a:defRPr>
            </a:lvl2pPr>
            <a:lvl3pPr>
              <a:defRPr sz="975" b="1">
                <a:solidFill>
                  <a:srgbClr val="18A999"/>
                </a:solidFill>
              </a:defRPr>
            </a:lvl3pPr>
            <a:lvl4pPr>
              <a:defRPr sz="975" b="1">
                <a:solidFill>
                  <a:srgbClr val="18A999"/>
                </a:solidFill>
              </a:defRPr>
            </a:lvl4pPr>
            <a:lvl5pPr>
              <a:defRPr sz="975" b="1">
                <a:solidFill>
                  <a:srgbClr val="18A999"/>
                </a:solidFill>
              </a:defRPr>
            </a:lvl5pPr>
            <a:lvl6pPr>
              <a:defRPr sz="975" b="1">
                <a:solidFill>
                  <a:srgbClr val="18A999"/>
                </a:solidFill>
              </a:defRPr>
            </a:lvl6pPr>
            <a:lvl7pPr>
              <a:defRPr sz="975" b="1">
                <a:solidFill>
                  <a:srgbClr val="18A999"/>
                </a:solidFill>
              </a:defRPr>
            </a:lvl7pPr>
            <a:lvl8pPr>
              <a:defRPr sz="975" b="1">
                <a:solidFill>
                  <a:srgbClr val="18A999"/>
                </a:solidFill>
              </a:defRPr>
            </a:lvl8pPr>
            <a:lvl9pPr>
              <a:defRPr sz="975" b="1">
                <a:solidFill>
                  <a:srgbClr val="18A99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접근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703A0-A6D4-42E8-BB24-7ACE96BE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1472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43"/>
                </a:solidFill>
              </a:defRPr>
            </a:defPPr>
            <a:lvl1pPr>
              <a:defRPr sz="1575" b="1">
                <a:solidFill>
                  <a:srgbClr val="102A43"/>
                </a:solidFill>
              </a:defRPr>
            </a:lvl1pPr>
            <a:lvl2pPr>
              <a:defRPr sz="1575" b="1">
                <a:solidFill>
                  <a:srgbClr val="102A43"/>
                </a:solidFill>
              </a:defRPr>
            </a:lvl2pPr>
            <a:lvl3pPr>
              <a:defRPr sz="1575" b="1">
                <a:solidFill>
                  <a:srgbClr val="102A43"/>
                </a:solidFill>
              </a:defRPr>
            </a:lvl3pPr>
            <a:lvl4pPr>
              <a:defRPr sz="1575" b="1">
                <a:solidFill>
                  <a:srgbClr val="102A43"/>
                </a:solidFill>
              </a:defRPr>
            </a:lvl4pPr>
            <a:lvl5pPr>
              <a:defRPr sz="1575" b="1">
                <a:solidFill>
                  <a:srgbClr val="102A43"/>
                </a:solidFill>
              </a:defRPr>
            </a:lvl5pPr>
            <a:lvl6pPr>
              <a:defRPr sz="1575" b="1">
                <a:solidFill>
                  <a:srgbClr val="102A43"/>
                </a:solidFill>
              </a:defRPr>
            </a:lvl6pPr>
            <a:lvl7pPr>
              <a:defRPr sz="1575" b="1">
                <a:solidFill>
                  <a:srgbClr val="102A43"/>
                </a:solidFill>
              </a:defRPr>
            </a:lvl7pPr>
            <a:lvl8pPr>
              <a:defRPr sz="1575" b="1">
                <a:solidFill>
                  <a:srgbClr val="102A43"/>
                </a:solidFill>
              </a:defRPr>
            </a:lvl8pPr>
            <a:lvl9pPr>
              <a:defRPr sz="15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Unreal Automation Test로 계층별 검증 코드를 작성하고 BAT로 실행 표준화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B40F5E-93FA-4904-B6F6-32A69B00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104394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F68334-1FB4-4A46-B1BD-F155445B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76200" cy="933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A876"/>
          </a:solidFill>
          <a:ln xmlns:a="http://schemas.openxmlformats.org/drawingml/2006/main" w="9525">
            <a:solidFill>
              <a:srgbClr val="2AA87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95E7C6-C3F8-4E70-BB55-5EF925FE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053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1"/>
          </a:solidFill>
          <a:ln xmlns:a="http://schemas.openxmlformats.org/drawingml/2006/main" w="9525">
            <a:solidFill>
              <a:srgbClr val="DDF5F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4BBA40-399D-40EF-A368-065E2A64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434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AA876"/>
                </a:solidFill>
              </a:defRPr>
            </a:defPPr>
            <a:lvl1pPr>
              <a:defRPr sz="975" b="1">
                <a:solidFill>
                  <a:srgbClr val="2AA876"/>
                </a:solidFill>
              </a:defRPr>
            </a:lvl1pPr>
            <a:lvl2pPr>
              <a:defRPr sz="975" b="1">
                <a:solidFill>
                  <a:srgbClr val="2AA876"/>
                </a:solidFill>
              </a:defRPr>
            </a:lvl2pPr>
            <a:lvl3pPr>
              <a:defRPr sz="975" b="1">
                <a:solidFill>
                  <a:srgbClr val="2AA876"/>
                </a:solidFill>
              </a:defRPr>
            </a:lvl3pPr>
            <a:lvl4pPr>
              <a:defRPr sz="975" b="1">
                <a:solidFill>
                  <a:srgbClr val="2AA876"/>
                </a:solidFill>
              </a:defRPr>
            </a:lvl4pPr>
            <a:lvl5pPr>
              <a:defRPr sz="975" b="1">
                <a:solidFill>
                  <a:srgbClr val="2AA876"/>
                </a:solidFill>
              </a:defRPr>
            </a:lvl5pPr>
            <a:lvl6pPr>
              <a:defRPr sz="975" b="1">
                <a:solidFill>
                  <a:srgbClr val="2AA876"/>
                </a:solidFill>
              </a:defRPr>
            </a:lvl6pPr>
            <a:lvl7pPr>
              <a:defRPr sz="975" b="1">
                <a:solidFill>
                  <a:srgbClr val="2AA876"/>
                </a:solidFill>
              </a:defRPr>
            </a:lvl7pPr>
            <a:lvl8pPr>
              <a:defRPr sz="975" b="1">
                <a:solidFill>
                  <a:srgbClr val="2AA876"/>
                </a:solidFill>
              </a:defRPr>
            </a:lvl8pPr>
            <a:lvl9pPr>
              <a:defRPr sz="975" b="1">
                <a:solidFill>
                  <a:srgbClr val="2AA876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AA876"/>
                </a:solidFill>
              </a:defRPr>
            </a:pPr>
            <a:r>
              <a:rPr sz="975" b="1">
                <a:solidFill>
                  <a:srgbClr val="2AA876"/>
                </a:solidFill>
              </a:rPr>
              <a:t>결과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4E9CFB-4ED9-46CB-9C63-A65C20BD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1487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43"/>
                </a:solidFill>
              </a:defRPr>
            </a:defPPr>
            <a:lvl1pPr>
              <a:defRPr sz="1575" b="1">
                <a:solidFill>
                  <a:srgbClr val="102A43"/>
                </a:solidFill>
              </a:defRPr>
            </a:lvl1pPr>
            <a:lvl2pPr>
              <a:defRPr sz="1575" b="1">
                <a:solidFill>
                  <a:srgbClr val="102A43"/>
                </a:solidFill>
              </a:defRPr>
            </a:lvl2pPr>
            <a:lvl3pPr>
              <a:defRPr sz="1575" b="1">
                <a:solidFill>
                  <a:srgbClr val="102A43"/>
                </a:solidFill>
              </a:defRPr>
            </a:lvl3pPr>
            <a:lvl4pPr>
              <a:defRPr sz="1575" b="1">
                <a:solidFill>
                  <a:srgbClr val="102A43"/>
                </a:solidFill>
              </a:defRPr>
            </a:lvl4pPr>
            <a:lvl5pPr>
              <a:defRPr sz="1575" b="1">
                <a:solidFill>
                  <a:srgbClr val="102A43"/>
                </a:solidFill>
              </a:defRPr>
            </a:lvl5pPr>
            <a:lvl6pPr>
              <a:defRPr sz="1575" b="1">
                <a:solidFill>
                  <a:srgbClr val="102A43"/>
                </a:solidFill>
              </a:defRPr>
            </a:lvl6pPr>
            <a:lvl7pPr>
              <a:defRPr sz="1575" b="1">
                <a:solidFill>
                  <a:srgbClr val="102A43"/>
                </a:solidFill>
              </a:defRPr>
            </a:lvl7pPr>
            <a:lvl8pPr>
              <a:defRPr sz="1575" b="1">
                <a:solidFill>
                  <a:srgbClr val="102A43"/>
                </a:solidFill>
              </a:defRPr>
            </a:lvl8pPr>
            <a:lvl9pPr>
              <a:defRPr sz="15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Google Sheet · Jira · Slack에 결과가 연결되는 QA 파이프라인 구축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D3F3F9-C058-44B9-BA26-FBF2A696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038E7C-EDB0-4548-9F50-0CCE0CCC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627384"/>
                </a:solidFill>
              </a:defRPr>
            </a:defPPr>
            <a:lvl1pPr>
              <a:defRPr sz="825">
                <a:solidFill>
                  <a:srgbClr val="627384"/>
                </a:solidFill>
              </a:defRPr>
            </a:lvl1pPr>
            <a:lvl2pPr>
              <a:defRPr sz="825">
                <a:solidFill>
                  <a:srgbClr val="627384"/>
                </a:solidFill>
              </a:defRPr>
            </a:lvl2pPr>
            <a:lvl3pPr>
              <a:defRPr sz="825">
                <a:solidFill>
                  <a:srgbClr val="627384"/>
                </a:solidFill>
              </a:defRPr>
            </a:lvl3pPr>
            <a:lvl4pPr>
              <a:defRPr sz="825">
                <a:solidFill>
                  <a:srgbClr val="627384"/>
                </a:solidFill>
              </a:defRPr>
            </a:lvl4pPr>
            <a:lvl5pPr>
              <a:defRPr sz="825">
                <a:solidFill>
                  <a:srgbClr val="627384"/>
                </a:solidFill>
              </a:defRPr>
            </a:lvl5pPr>
            <a:lvl6pPr>
              <a:defRPr sz="825">
                <a:solidFill>
                  <a:srgbClr val="627384"/>
                </a:solidFill>
              </a:defRPr>
            </a:lvl6pPr>
            <a:lvl7pPr>
              <a:defRPr sz="825">
                <a:solidFill>
                  <a:srgbClr val="627384"/>
                </a:solidFill>
              </a:defRPr>
            </a:lvl7pPr>
            <a:lvl8pPr>
              <a:defRPr sz="825">
                <a:solidFill>
                  <a:srgbClr val="627384"/>
                </a:solidFill>
              </a:defRPr>
            </a:lvl8pPr>
            <a:lvl9pPr>
              <a:defRPr sz="825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825">
                <a:solidFill>
                  <a:srgbClr val="627384"/>
                </a:solidFill>
              </a:defRPr>
            </a:pPr>
            <a:r>
              <a:rPr sz="825">
                <a:solidFill>
                  <a:srgbClr val="627384"/>
                </a:solidFill>
              </a:rPr>
              <a:t>Bomber QA Automation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EF3ADC-F174-43E4-A89C-E29609C1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722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384"/>
                </a:solidFill>
              </a:defRPr>
            </a:defPPr>
            <a:lvl1pPr>
              <a:defRPr sz="825" b="1">
                <a:solidFill>
                  <a:srgbClr val="627384"/>
                </a:solidFill>
              </a:defRPr>
            </a:lvl1pPr>
            <a:lvl2pPr>
              <a:defRPr sz="825" b="1">
                <a:solidFill>
                  <a:srgbClr val="627384"/>
                </a:solidFill>
              </a:defRPr>
            </a:lvl2pPr>
            <a:lvl3pPr>
              <a:defRPr sz="825" b="1">
                <a:solidFill>
                  <a:srgbClr val="627384"/>
                </a:solidFill>
              </a:defRPr>
            </a:lvl3pPr>
            <a:lvl4pPr>
              <a:defRPr sz="825" b="1">
                <a:solidFill>
                  <a:srgbClr val="627384"/>
                </a:solidFill>
              </a:defRPr>
            </a:lvl4pPr>
            <a:lvl5pPr>
              <a:defRPr sz="825" b="1">
                <a:solidFill>
                  <a:srgbClr val="627384"/>
                </a:solidFill>
              </a:defRPr>
            </a:lvl5pPr>
            <a:lvl6pPr>
              <a:defRPr sz="825" b="1">
                <a:solidFill>
                  <a:srgbClr val="627384"/>
                </a:solidFill>
              </a:defRPr>
            </a:lvl6pPr>
            <a:lvl7pPr>
              <a:defRPr sz="825" b="1">
                <a:solidFill>
                  <a:srgbClr val="627384"/>
                </a:solidFill>
              </a:defRPr>
            </a:lvl7pPr>
            <a:lvl8pPr>
              <a:defRPr sz="825" b="1">
                <a:solidFill>
                  <a:srgbClr val="627384"/>
                </a:solidFill>
              </a:defRPr>
            </a:lvl8pPr>
            <a:lvl9pPr>
              <a:defRPr sz="825" b="1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27384"/>
                </a:solidFill>
              </a:defRPr>
            </a:pPr>
            <a:r>
              <a:rPr sz="825" b="1">
                <a:solidFill>
                  <a:srgbClr val="627384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948103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3751EF-5847-41E4-89AD-0BFCBDCB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8A999"/>
                </a:solidFill>
              </a:defRPr>
            </a:defPPr>
            <a:lvl1pPr>
              <a:defRPr sz="975" b="1">
                <a:solidFill>
                  <a:srgbClr val="18A999"/>
                </a:solidFill>
              </a:defRPr>
            </a:lvl1pPr>
            <a:lvl2pPr>
              <a:defRPr sz="975" b="1">
                <a:solidFill>
                  <a:srgbClr val="18A999"/>
                </a:solidFill>
              </a:defRPr>
            </a:lvl2pPr>
            <a:lvl3pPr>
              <a:defRPr sz="975" b="1">
                <a:solidFill>
                  <a:srgbClr val="18A999"/>
                </a:solidFill>
              </a:defRPr>
            </a:lvl3pPr>
            <a:lvl4pPr>
              <a:defRPr sz="975" b="1">
                <a:solidFill>
                  <a:srgbClr val="18A999"/>
                </a:solidFill>
              </a:defRPr>
            </a:lvl4pPr>
            <a:lvl5pPr>
              <a:defRPr sz="975" b="1">
                <a:solidFill>
                  <a:srgbClr val="18A999"/>
                </a:solidFill>
              </a:defRPr>
            </a:lvl5pPr>
            <a:lvl6pPr>
              <a:defRPr sz="975" b="1">
                <a:solidFill>
                  <a:srgbClr val="18A999"/>
                </a:solidFill>
              </a:defRPr>
            </a:lvl6pPr>
            <a:lvl7pPr>
              <a:defRPr sz="975" b="1">
                <a:solidFill>
                  <a:srgbClr val="18A999"/>
                </a:solidFill>
              </a:defRPr>
            </a:lvl7pPr>
            <a:lvl8pPr>
              <a:defRPr sz="975" b="1">
                <a:solidFill>
                  <a:srgbClr val="18A999"/>
                </a:solidFill>
              </a:defRPr>
            </a:lvl8pPr>
            <a:lvl9pPr>
              <a:defRPr sz="975" b="1">
                <a:solidFill>
                  <a:srgbClr val="18A99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02 · TEST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4DC45-4B7B-4478-9643-4A3E0EFC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A43"/>
                </a:solidFill>
              </a:defRPr>
            </a:defPPr>
            <a:lvl1pPr>
              <a:defRPr sz="2850" b="1">
                <a:solidFill>
                  <a:srgbClr val="102A43"/>
                </a:solidFill>
              </a:defRPr>
            </a:lvl1pPr>
            <a:lvl2pPr>
              <a:defRPr sz="2850" b="1">
                <a:solidFill>
                  <a:srgbClr val="102A43"/>
                </a:solidFill>
              </a:defRPr>
            </a:lvl2pPr>
            <a:lvl3pPr>
              <a:defRPr sz="2850" b="1">
                <a:solidFill>
                  <a:srgbClr val="102A43"/>
                </a:solidFill>
              </a:defRPr>
            </a:lvl3pPr>
            <a:lvl4pPr>
              <a:defRPr sz="2850" b="1">
                <a:solidFill>
                  <a:srgbClr val="102A43"/>
                </a:solidFill>
              </a:defRPr>
            </a:lvl4pPr>
            <a:lvl5pPr>
              <a:defRPr sz="2850" b="1">
                <a:solidFill>
                  <a:srgbClr val="102A43"/>
                </a:solidFill>
              </a:defRPr>
            </a:lvl5pPr>
            <a:lvl6pPr>
              <a:defRPr sz="2850" b="1">
                <a:solidFill>
                  <a:srgbClr val="102A43"/>
                </a:solidFill>
              </a:defRPr>
            </a:lvl6pPr>
            <a:lvl7pPr>
              <a:defRPr sz="2850" b="1">
                <a:solidFill>
                  <a:srgbClr val="102A43"/>
                </a:solidFill>
              </a:defRPr>
            </a:lvl7pPr>
            <a:lvl8pPr>
              <a:defRPr sz="2850" b="1">
                <a:solidFill>
                  <a:srgbClr val="102A43"/>
                </a:solidFill>
              </a:defRPr>
            </a:lvl8pPr>
            <a:lvl9pPr>
              <a:defRPr sz="28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기능에서 사용자 흐름까지 4단계로 확장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6AC45-5728-4B8A-9860-52B29E6B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27384"/>
                </a:solidFill>
              </a:defRPr>
            </a:defPPr>
            <a:lvl1pPr>
              <a:defRPr sz="1350">
                <a:solidFill>
                  <a:srgbClr val="627384"/>
                </a:solidFill>
              </a:defRPr>
            </a:lvl1pPr>
            <a:lvl2pPr>
              <a:defRPr sz="1350">
                <a:solidFill>
                  <a:srgbClr val="627384"/>
                </a:solidFill>
              </a:defRPr>
            </a:lvl2pPr>
            <a:lvl3pPr>
              <a:defRPr sz="1350">
                <a:solidFill>
                  <a:srgbClr val="627384"/>
                </a:solidFill>
              </a:defRPr>
            </a:lvl3pPr>
            <a:lvl4pPr>
              <a:defRPr sz="1350">
                <a:solidFill>
                  <a:srgbClr val="627384"/>
                </a:solidFill>
              </a:defRPr>
            </a:lvl4pPr>
            <a:lvl5pPr>
              <a:defRPr sz="1350">
                <a:solidFill>
                  <a:srgbClr val="627384"/>
                </a:solidFill>
              </a:defRPr>
            </a:lvl5pPr>
            <a:lvl6pPr>
              <a:defRPr sz="1350">
                <a:solidFill>
                  <a:srgbClr val="627384"/>
                </a:solidFill>
              </a:defRPr>
            </a:lvl6pPr>
            <a:lvl7pPr>
              <a:defRPr sz="1350">
                <a:solidFill>
                  <a:srgbClr val="627384"/>
                </a:solidFill>
              </a:defRPr>
            </a:lvl7pPr>
            <a:lvl8pPr>
              <a:defRPr sz="1350">
                <a:solidFill>
                  <a:srgbClr val="627384"/>
                </a:solidFill>
              </a:defRPr>
            </a:lvl8pPr>
            <a:lvl9pPr>
              <a:defRPr sz="1350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627384"/>
                </a:solidFill>
              </a:defRPr>
            </a:pPr>
            <a:r>
              <a:rPr sz="1350">
                <a:solidFill>
                  <a:srgbClr val="627384"/>
                </a:solidFill>
              </a:rPr>
              <a:t>각 단계는 검증 범위와 실패 원인을 다르게 좁힙니다.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72D1C-D1BD-4F9D-8A97-42656E4D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438400" cy="333375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64E68-EA1D-4567-86B8-61749D95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76200" cy="3333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A5F"/>
          </a:solidFill>
          <a:ln xmlns:a="http://schemas.openxmlformats.org/drawingml/2006/main" w="9525">
            <a:solidFill>
              <a:srgbClr val="163A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78D02-FF53-4C0F-8AD9-488B4942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9525">
            <a:solidFill>
              <a:srgbClr val="163A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F1D2E-2477-4A36-A395-A9662548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098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C991C-EE85-471F-A4B7-044B1C31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UNIT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12614-9525-4F5F-8455-E7E65176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63A5F"/>
                </a:solidFill>
              </a:defRPr>
            </a:defPPr>
            <a:lvl1pPr>
              <a:defRPr sz="2250" b="1">
                <a:solidFill>
                  <a:srgbClr val="163A5F"/>
                </a:solidFill>
              </a:defRPr>
            </a:lvl1pPr>
            <a:lvl2pPr>
              <a:defRPr sz="2250" b="1">
                <a:solidFill>
                  <a:srgbClr val="163A5F"/>
                </a:solidFill>
              </a:defRPr>
            </a:lvl2pPr>
            <a:lvl3pPr>
              <a:defRPr sz="2250" b="1">
                <a:solidFill>
                  <a:srgbClr val="163A5F"/>
                </a:solidFill>
              </a:defRPr>
            </a:lvl3pPr>
            <a:lvl4pPr>
              <a:defRPr sz="2250" b="1">
                <a:solidFill>
                  <a:srgbClr val="163A5F"/>
                </a:solidFill>
              </a:defRPr>
            </a:lvl4pPr>
            <a:lvl5pPr>
              <a:defRPr sz="2250" b="1">
                <a:solidFill>
                  <a:srgbClr val="163A5F"/>
                </a:solidFill>
              </a:defRPr>
            </a:lvl5pPr>
            <a:lvl6pPr>
              <a:defRPr sz="2250" b="1">
                <a:solidFill>
                  <a:srgbClr val="163A5F"/>
                </a:solidFill>
              </a:defRPr>
            </a:lvl6pPr>
            <a:lvl7pPr>
              <a:defRPr sz="2250" b="1">
                <a:solidFill>
                  <a:srgbClr val="163A5F"/>
                </a:solidFill>
              </a:defRPr>
            </a:lvl7pPr>
            <a:lvl8pPr>
              <a:defRPr sz="2250" b="1">
                <a:solidFill>
                  <a:srgbClr val="163A5F"/>
                </a:solidFill>
              </a:defRPr>
            </a:lvl8pPr>
            <a:lvl9pPr>
              <a:defRPr sz="2250" b="1">
                <a:solidFill>
                  <a:srgbClr val="163A5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3A5F"/>
                </a:solidFill>
              </a:defRPr>
            </a:pPr>
            <a:r>
              <a:rPr sz="2250" b="1">
                <a:solidFill>
                  <a:srgbClr val="163A5F"/>
                </a:solidFill>
              </a:rPr>
              <a:t>6 cases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FD3AD-61F8-4D35-9C3E-E613D3A6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98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A6007-276B-45D2-8F5B-0B548727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1981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27384"/>
                </a:solidFill>
              </a:defRPr>
            </a:defPPr>
            <a:lvl1pPr>
              <a:defRPr sz="1200">
                <a:solidFill>
                  <a:srgbClr val="627384"/>
                </a:solidFill>
              </a:defRPr>
            </a:lvl1pPr>
            <a:lvl2pPr>
              <a:defRPr sz="1200">
                <a:solidFill>
                  <a:srgbClr val="627384"/>
                </a:solidFill>
              </a:defRPr>
            </a:lvl2pPr>
            <a:lvl3pPr>
              <a:defRPr sz="1200">
                <a:solidFill>
                  <a:srgbClr val="627384"/>
                </a:solidFill>
              </a:defRPr>
            </a:lvl3pPr>
            <a:lvl4pPr>
              <a:defRPr sz="1200">
                <a:solidFill>
                  <a:srgbClr val="627384"/>
                </a:solidFill>
              </a:defRPr>
            </a:lvl4pPr>
            <a:lvl5pPr>
              <a:defRPr sz="1200">
                <a:solidFill>
                  <a:srgbClr val="627384"/>
                </a:solidFill>
              </a:defRPr>
            </a:lvl5pPr>
            <a:lvl6pPr>
              <a:defRPr sz="1200">
                <a:solidFill>
                  <a:srgbClr val="627384"/>
                </a:solidFill>
              </a:defRPr>
            </a:lvl6pPr>
            <a:lvl7pPr>
              <a:defRPr sz="1200">
                <a:solidFill>
                  <a:srgbClr val="627384"/>
                </a:solidFill>
              </a:defRPr>
            </a:lvl7pPr>
            <a:lvl8pPr>
              <a:defRPr sz="1200">
                <a:solidFill>
                  <a:srgbClr val="627384"/>
                </a:solidFill>
              </a:defRPr>
            </a:lvl8pPr>
            <a:lvl9pPr>
              <a:defRPr sz="1200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27384"/>
                </a:solidFill>
              </a:defRPr>
            </a:pPr>
            <a:r>
              <a:rPr sz="1200">
                <a:solidFill>
                  <a:srgbClr val="627384"/>
                </a:solidFill>
              </a:rPr>
              <a:t>셀 생성·유효성·방향·연산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AF188-2EE0-434B-8555-432C5B53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57400"/>
            <a:ext cx="2438400" cy="333375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4283B2-A226-40EB-A8E3-862F9D3D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57400"/>
            <a:ext cx="76200" cy="3333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9525">
            <a:solidFill>
              <a:srgbClr val="18A99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29230-E035-43B0-A2E0-8932DA4B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05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9525">
            <a:solidFill>
              <a:srgbClr val="18A99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B2F9ED-EDB7-4C2E-B1EA-8AA75800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4098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103498-768A-4E2F-B9DB-4824AC72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051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INTEGRATION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83FBD9-31B8-4B4F-9444-FE3492C5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95675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A999"/>
                </a:solidFill>
              </a:defRPr>
            </a:defPPr>
            <a:lvl1pPr>
              <a:defRPr sz="2250" b="1">
                <a:solidFill>
                  <a:srgbClr val="18A999"/>
                </a:solidFill>
              </a:defRPr>
            </a:lvl1pPr>
            <a:lvl2pPr>
              <a:defRPr sz="2250" b="1">
                <a:solidFill>
                  <a:srgbClr val="18A999"/>
                </a:solidFill>
              </a:defRPr>
            </a:lvl2pPr>
            <a:lvl3pPr>
              <a:defRPr sz="2250" b="1">
                <a:solidFill>
                  <a:srgbClr val="18A999"/>
                </a:solidFill>
              </a:defRPr>
            </a:lvl3pPr>
            <a:lvl4pPr>
              <a:defRPr sz="2250" b="1">
                <a:solidFill>
                  <a:srgbClr val="18A999"/>
                </a:solidFill>
              </a:defRPr>
            </a:lvl4pPr>
            <a:lvl5pPr>
              <a:defRPr sz="2250" b="1">
                <a:solidFill>
                  <a:srgbClr val="18A999"/>
                </a:solidFill>
              </a:defRPr>
            </a:lvl5pPr>
            <a:lvl6pPr>
              <a:defRPr sz="2250" b="1">
                <a:solidFill>
                  <a:srgbClr val="18A999"/>
                </a:solidFill>
              </a:defRPr>
            </a:lvl6pPr>
            <a:lvl7pPr>
              <a:defRPr sz="2250" b="1">
                <a:solidFill>
                  <a:srgbClr val="18A999"/>
                </a:solidFill>
              </a:defRPr>
            </a:lvl7pPr>
            <a:lvl8pPr>
              <a:defRPr sz="2250" b="1">
                <a:solidFill>
                  <a:srgbClr val="18A999"/>
                </a:solidFill>
              </a:defRPr>
            </a:lvl8pPr>
            <a:lvl9pPr>
              <a:defRPr sz="2250" b="1">
                <a:solidFill>
                  <a:srgbClr val="18A999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8A999"/>
                </a:solidFill>
              </a:defRPr>
            </a:pPr>
            <a:r>
              <a:rPr sz="2250" b="1">
                <a:solidFill>
                  <a:srgbClr val="18A999"/>
                </a:solidFill>
              </a:rPr>
              <a:t>2 passed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DC4CAD-33FF-4490-83A4-6765A5D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95750"/>
            <a:ext cx="198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BED78B-16D6-4446-9F70-063699CC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24350"/>
            <a:ext cx="1981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27384"/>
                </a:solidFill>
              </a:defRPr>
            </a:defPPr>
            <a:lvl1pPr>
              <a:defRPr sz="1200">
                <a:solidFill>
                  <a:srgbClr val="627384"/>
                </a:solidFill>
              </a:defRPr>
            </a:lvl1pPr>
            <a:lvl2pPr>
              <a:defRPr sz="1200">
                <a:solidFill>
                  <a:srgbClr val="627384"/>
                </a:solidFill>
              </a:defRPr>
            </a:lvl2pPr>
            <a:lvl3pPr>
              <a:defRPr sz="1200">
                <a:solidFill>
                  <a:srgbClr val="627384"/>
                </a:solidFill>
              </a:defRPr>
            </a:lvl3pPr>
            <a:lvl4pPr>
              <a:defRPr sz="1200">
                <a:solidFill>
                  <a:srgbClr val="627384"/>
                </a:solidFill>
              </a:defRPr>
            </a:lvl4pPr>
            <a:lvl5pPr>
              <a:defRPr sz="1200">
                <a:solidFill>
                  <a:srgbClr val="627384"/>
                </a:solidFill>
              </a:defRPr>
            </a:lvl5pPr>
            <a:lvl6pPr>
              <a:defRPr sz="1200">
                <a:solidFill>
                  <a:srgbClr val="627384"/>
                </a:solidFill>
              </a:defRPr>
            </a:lvl6pPr>
            <a:lvl7pPr>
              <a:defRPr sz="1200">
                <a:solidFill>
                  <a:srgbClr val="627384"/>
                </a:solidFill>
              </a:defRPr>
            </a:lvl7pPr>
            <a:lvl8pPr>
              <a:defRPr sz="1200">
                <a:solidFill>
                  <a:srgbClr val="627384"/>
                </a:solidFill>
              </a:defRPr>
            </a:lvl8pPr>
            <a:lvl9pPr>
              <a:defRPr sz="1200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27384"/>
                </a:solidFill>
              </a:defRPr>
            </a:pPr>
            <a:r>
              <a:rPr sz="1200">
                <a:solidFill>
                  <a:srgbClr val="627384"/>
                </a:solidFill>
              </a:rPr>
              <a:t>빈 셀 설치 / 점유 셀 거부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9465EC-B4B7-44CB-9986-18507F7E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57400"/>
            <a:ext cx="2438400" cy="333375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8F9366-7E0A-401C-898D-E361F0EA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57400"/>
            <a:ext cx="76200" cy="3333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9525">
            <a:solidFill>
              <a:srgbClr val="F4A26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DACCE4-51B2-478B-AC64-F8844313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05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9525">
            <a:solidFill>
              <a:srgbClr val="F4A26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81AB92-B4F7-48B3-BAFA-E49A716A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4098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4FF842-252B-4B0F-BF1A-E7DAB547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051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SYSTEM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0EC202-BE5D-484C-B563-1DBABAF4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95675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4A261"/>
                </a:solidFill>
              </a:defRPr>
            </a:defPPr>
            <a:lvl1pPr>
              <a:defRPr sz="2250" b="1">
                <a:solidFill>
                  <a:srgbClr val="F4A261"/>
                </a:solidFill>
              </a:defRPr>
            </a:lvl1pPr>
            <a:lvl2pPr>
              <a:defRPr sz="2250" b="1">
                <a:solidFill>
                  <a:srgbClr val="F4A261"/>
                </a:solidFill>
              </a:defRPr>
            </a:lvl2pPr>
            <a:lvl3pPr>
              <a:defRPr sz="2250" b="1">
                <a:solidFill>
                  <a:srgbClr val="F4A261"/>
                </a:solidFill>
              </a:defRPr>
            </a:lvl3pPr>
            <a:lvl4pPr>
              <a:defRPr sz="2250" b="1">
                <a:solidFill>
                  <a:srgbClr val="F4A261"/>
                </a:solidFill>
              </a:defRPr>
            </a:lvl4pPr>
            <a:lvl5pPr>
              <a:defRPr sz="2250" b="1">
                <a:solidFill>
                  <a:srgbClr val="F4A261"/>
                </a:solidFill>
              </a:defRPr>
            </a:lvl5pPr>
            <a:lvl6pPr>
              <a:defRPr sz="2250" b="1">
                <a:solidFill>
                  <a:srgbClr val="F4A261"/>
                </a:solidFill>
              </a:defRPr>
            </a:lvl6pPr>
            <a:lvl7pPr>
              <a:defRPr sz="2250" b="1">
                <a:solidFill>
                  <a:srgbClr val="F4A261"/>
                </a:solidFill>
              </a:defRPr>
            </a:lvl7pPr>
            <a:lvl8pPr>
              <a:defRPr sz="2250" b="1">
                <a:solidFill>
                  <a:srgbClr val="F4A261"/>
                </a:solidFill>
              </a:defRPr>
            </a:lvl8pPr>
            <a:lvl9pPr>
              <a:defRPr sz="2250" b="1">
                <a:solidFill>
                  <a:srgbClr val="F4A261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4A261"/>
                </a:solidFill>
              </a:defRPr>
            </a:pPr>
            <a:r>
              <a:rPr sz="2250" b="1">
                <a:solidFill>
                  <a:srgbClr val="F4A261"/>
                </a:solidFill>
              </a:rPr>
              <a:t>5 passed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260E39-1667-40D4-BAEA-784E29E3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198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51A5AD-4BAB-44BE-B319-6B620FAF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24350"/>
            <a:ext cx="1981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27384"/>
                </a:solidFill>
              </a:defRPr>
            </a:defPPr>
            <a:lvl1pPr>
              <a:defRPr sz="1200">
                <a:solidFill>
                  <a:srgbClr val="627384"/>
                </a:solidFill>
              </a:defRPr>
            </a:lvl1pPr>
            <a:lvl2pPr>
              <a:defRPr sz="1200">
                <a:solidFill>
                  <a:srgbClr val="627384"/>
                </a:solidFill>
              </a:defRPr>
            </a:lvl2pPr>
            <a:lvl3pPr>
              <a:defRPr sz="1200">
                <a:solidFill>
                  <a:srgbClr val="627384"/>
                </a:solidFill>
              </a:defRPr>
            </a:lvl3pPr>
            <a:lvl4pPr>
              <a:defRPr sz="1200">
                <a:solidFill>
                  <a:srgbClr val="627384"/>
                </a:solidFill>
              </a:defRPr>
            </a:lvl4pPr>
            <a:lvl5pPr>
              <a:defRPr sz="1200">
                <a:solidFill>
                  <a:srgbClr val="627384"/>
                </a:solidFill>
              </a:defRPr>
            </a:lvl5pPr>
            <a:lvl6pPr>
              <a:defRPr sz="1200">
                <a:solidFill>
                  <a:srgbClr val="627384"/>
                </a:solidFill>
              </a:defRPr>
            </a:lvl6pPr>
            <a:lvl7pPr>
              <a:defRPr sz="1200">
                <a:solidFill>
                  <a:srgbClr val="627384"/>
                </a:solidFill>
              </a:defRPr>
            </a:lvl7pPr>
            <a:lvl8pPr>
              <a:defRPr sz="1200">
                <a:solidFill>
                  <a:srgbClr val="627384"/>
                </a:solidFill>
              </a:defRPr>
            </a:lvl8pPr>
            <a:lvl9pPr>
              <a:defRPr sz="1200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27384"/>
                </a:solidFill>
              </a:defRPr>
            </a:pPr>
            <a:r>
              <a:rPr sz="1200">
                <a:solidFill>
                  <a:srgbClr val="627384"/>
                </a:solidFill>
              </a:rPr>
              <a:t>생명주기·월드 반응·부하·복구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0795E5-DE5A-49D6-88BB-4752073D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57400"/>
            <a:ext cx="2438400" cy="333375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68FAB4-73B2-4BB8-926A-4467C89A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57400"/>
            <a:ext cx="76200" cy="3333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A876"/>
          </a:solidFill>
          <a:ln xmlns:a="http://schemas.openxmlformats.org/drawingml/2006/main" w="9525">
            <a:solidFill>
              <a:srgbClr val="2AA87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5BBD06-040A-4FF7-A89B-C6540F35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05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9525">
            <a:solidFill>
              <a:srgbClr val="2AA87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CC401D-9C81-40D2-8702-0CC0EBEF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4098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B55DCA-5C1F-460F-837E-A21C3C0B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051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ACCEPTANCE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B50ADE-25BC-4508-9267-E79EC355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95675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AA876"/>
                </a:solidFill>
              </a:defRPr>
            </a:defPPr>
            <a:lvl1pPr>
              <a:defRPr sz="2250" b="1">
                <a:solidFill>
                  <a:srgbClr val="2AA876"/>
                </a:solidFill>
              </a:defRPr>
            </a:lvl1pPr>
            <a:lvl2pPr>
              <a:defRPr sz="2250" b="1">
                <a:solidFill>
                  <a:srgbClr val="2AA876"/>
                </a:solidFill>
              </a:defRPr>
            </a:lvl2pPr>
            <a:lvl3pPr>
              <a:defRPr sz="2250" b="1">
                <a:solidFill>
                  <a:srgbClr val="2AA876"/>
                </a:solidFill>
              </a:defRPr>
            </a:lvl3pPr>
            <a:lvl4pPr>
              <a:defRPr sz="2250" b="1">
                <a:solidFill>
                  <a:srgbClr val="2AA876"/>
                </a:solidFill>
              </a:defRPr>
            </a:lvl4pPr>
            <a:lvl5pPr>
              <a:defRPr sz="2250" b="1">
                <a:solidFill>
                  <a:srgbClr val="2AA876"/>
                </a:solidFill>
              </a:defRPr>
            </a:lvl5pPr>
            <a:lvl6pPr>
              <a:defRPr sz="2250" b="1">
                <a:solidFill>
                  <a:srgbClr val="2AA876"/>
                </a:solidFill>
              </a:defRPr>
            </a:lvl6pPr>
            <a:lvl7pPr>
              <a:defRPr sz="2250" b="1">
                <a:solidFill>
                  <a:srgbClr val="2AA876"/>
                </a:solidFill>
              </a:defRPr>
            </a:lvl7pPr>
            <a:lvl8pPr>
              <a:defRPr sz="2250" b="1">
                <a:solidFill>
                  <a:srgbClr val="2AA876"/>
                </a:solidFill>
              </a:defRPr>
            </a:lvl8pPr>
            <a:lvl9pPr>
              <a:defRPr sz="2250" b="1">
                <a:solidFill>
                  <a:srgbClr val="2AA876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AA876"/>
                </a:solidFill>
              </a:defRPr>
            </a:pPr>
            <a:r>
              <a:rPr sz="2250" b="1">
                <a:solidFill>
                  <a:srgbClr val="2AA876"/>
                </a:solidFill>
              </a:rPr>
              <a:t>3 passed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07F8F4-3B1E-4185-8BD5-E3D6AEC9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95750"/>
            <a:ext cx="198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EB1834-8301-41E4-B65E-6D194BB7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24350"/>
            <a:ext cx="1981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627384"/>
                </a:solidFill>
              </a:defRPr>
            </a:defPPr>
            <a:lvl1pPr>
              <a:defRPr sz="1200">
                <a:solidFill>
                  <a:srgbClr val="627384"/>
                </a:solidFill>
              </a:defRPr>
            </a:lvl1pPr>
            <a:lvl2pPr>
              <a:defRPr sz="1200">
                <a:solidFill>
                  <a:srgbClr val="627384"/>
                </a:solidFill>
              </a:defRPr>
            </a:lvl2pPr>
            <a:lvl3pPr>
              <a:defRPr sz="1200">
                <a:solidFill>
                  <a:srgbClr val="627384"/>
                </a:solidFill>
              </a:defRPr>
            </a:lvl3pPr>
            <a:lvl4pPr>
              <a:defRPr sz="1200">
                <a:solidFill>
                  <a:srgbClr val="627384"/>
                </a:solidFill>
              </a:defRPr>
            </a:lvl4pPr>
            <a:lvl5pPr>
              <a:defRPr sz="1200">
                <a:solidFill>
                  <a:srgbClr val="627384"/>
                </a:solidFill>
              </a:defRPr>
            </a:lvl5pPr>
            <a:lvl6pPr>
              <a:defRPr sz="1200">
                <a:solidFill>
                  <a:srgbClr val="627384"/>
                </a:solidFill>
              </a:defRPr>
            </a:lvl6pPr>
            <a:lvl7pPr>
              <a:defRPr sz="1200">
                <a:solidFill>
                  <a:srgbClr val="627384"/>
                </a:solidFill>
              </a:defRPr>
            </a:lvl7pPr>
            <a:lvl8pPr>
              <a:defRPr sz="1200">
                <a:solidFill>
                  <a:srgbClr val="627384"/>
                </a:solidFill>
              </a:defRPr>
            </a:lvl8pPr>
            <a:lvl9pPr>
              <a:defRPr sz="1200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200">
                <a:solidFill>
                  <a:srgbClr val="627384"/>
                </a:solidFill>
              </a:defRPr>
            </a:pPr>
            <a:r>
              <a:rPr sz="1200">
                <a:solidFill>
                  <a:srgbClr val="627384"/>
                </a:solidFill>
              </a:rPr>
              <a:t>플레이 준비·장애물 제거·승리 상태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8064B6-4519-4D86-AB28-A4120027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4883A6-B715-4CC0-8863-D7F2333A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627384"/>
                </a:solidFill>
              </a:defRPr>
            </a:defPPr>
            <a:lvl1pPr>
              <a:defRPr sz="825">
                <a:solidFill>
                  <a:srgbClr val="627384"/>
                </a:solidFill>
              </a:defRPr>
            </a:lvl1pPr>
            <a:lvl2pPr>
              <a:defRPr sz="825">
                <a:solidFill>
                  <a:srgbClr val="627384"/>
                </a:solidFill>
              </a:defRPr>
            </a:lvl2pPr>
            <a:lvl3pPr>
              <a:defRPr sz="825">
                <a:solidFill>
                  <a:srgbClr val="627384"/>
                </a:solidFill>
              </a:defRPr>
            </a:lvl3pPr>
            <a:lvl4pPr>
              <a:defRPr sz="825">
                <a:solidFill>
                  <a:srgbClr val="627384"/>
                </a:solidFill>
              </a:defRPr>
            </a:lvl4pPr>
            <a:lvl5pPr>
              <a:defRPr sz="825">
                <a:solidFill>
                  <a:srgbClr val="627384"/>
                </a:solidFill>
              </a:defRPr>
            </a:lvl5pPr>
            <a:lvl6pPr>
              <a:defRPr sz="825">
                <a:solidFill>
                  <a:srgbClr val="627384"/>
                </a:solidFill>
              </a:defRPr>
            </a:lvl6pPr>
            <a:lvl7pPr>
              <a:defRPr sz="825">
                <a:solidFill>
                  <a:srgbClr val="627384"/>
                </a:solidFill>
              </a:defRPr>
            </a:lvl7pPr>
            <a:lvl8pPr>
              <a:defRPr sz="825">
                <a:solidFill>
                  <a:srgbClr val="627384"/>
                </a:solidFill>
              </a:defRPr>
            </a:lvl8pPr>
            <a:lvl9pPr>
              <a:defRPr sz="825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825">
                <a:solidFill>
                  <a:srgbClr val="627384"/>
                </a:solidFill>
              </a:defRPr>
            </a:pPr>
            <a:r>
              <a:rPr sz="825">
                <a:solidFill>
                  <a:srgbClr val="627384"/>
                </a:solidFill>
              </a:rPr>
              <a:t>Bomber QA Automation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068049-AAAC-407D-966D-AF01735A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722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384"/>
                </a:solidFill>
              </a:defRPr>
            </a:defPPr>
            <a:lvl1pPr>
              <a:defRPr sz="825" b="1">
                <a:solidFill>
                  <a:srgbClr val="627384"/>
                </a:solidFill>
              </a:defRPr>
            </a:lvl1pPr>
            <a:lvl2pPr>
              <a:defRPr sz="825" b="1">
                <a:solidFill>
                  <a:srgbClr val="627384"/>
                </a:solidFill>
              </a:defRPr>
            </a:lvl2pPr>
            <a:lvl3pPr>
              <a:defRPr sz="825" b="1">
                <a:solidFill>
                  <a:srgbClr val="627384"/>
                </a:solidFill>
              </a:defRPr>
            </a:lvl3pPr>
            <a:lvl4pPr>
              <a:defRPr sz="825" b="1">
                <a:solidFill>
                  <a:srgbClr val="627384"/>
                </a:solidFill>
              </a:defRPr>
            </a:lvl4pPr>
            <a:lvl5pPr>
              <a:defRPr sz="825" b="1">
                <a:solidFill>
                  <a:srgbClr val="627384"/>
                </a:solidFill>
              </a:defRPr>
            </a:lvl5pPr>
            <a:lvl6pPr>
              <a:defRPr sz="825" b="1">
                <a:solidFill>
                  <a:srgbClr val="627384"/>
                </a:solidFill>
              </a:defRPr>
            </a:lvl6pPr>
            <a:lvl7pPr>
              <a:defRPr sz="825" b="1">
                <a:solidFill>
                  <a:srgbClr val="627384"/>
                </a:solidFill>
              </a:defRPr>
            </a:lvl7pPr>
            <a:lvl8pPr>
              <a:defRPr sz="825" b="1">
                <a:solidFill>
                  <a:srgbClr val="627384"/>
                </a:solidFill>
              </a:defRPr>
            </a:lvl8pPr>
            <a:lvl9pPr>
              <a:defRPr sz="825" b="1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27384"/>
                </a:solidFill>
              </a:defRPr>
            </a:pPr>
            <a:r>
              <a:rPr sz="825" b="1">
                <a:solidFill>
                  <a:srgbClr val="627384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303130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0CF2A1-A299-42A4-BA83-D05EC2FA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8A999"/>
                </a:solidFill>
              </a:defRPr>
            </a:defPPr>
            <a:lvl1pPr>
              <a:defRPr sz="975" b="1">
                <a:solidFill>
                  <a:srgbClr val="18A999"/>
                </a:solidFill>
              </a:defRPr>
            </a:lvl1pPr>
            <a:lvl2pPr>
              <a:defRPr sz="975" b="1">
                <a:solidFill>
                  <a:srgbClr val="18A999"/>
                </a:solidFill>
              </a:defRPr>
            </a:lvl2pPr>
            <a:lvl3pPr>
              <a:defRPr sz="975" b="1">
                <a:solidFill>
                  <a:srgbClr val="18A999"/>
                </a:solidFill>
              </a:defRPr>
            </a:lvl3pPr>
            <a:lvl4pPr>
              <a:defRPr sz="975" b="1">
                <a:solidFill>
                  <a:srgbClr val="18A999"/>
                </a:solidFill>
              </a:defRPr>
            </a:lvl4pPr>
            <a:lvl5pPr>
              <a:defRPr sz="975" b="1">
                <a:solidFill>
                  <a:srgbClr val="18A999"/>
                </a:solidFill>
              </a:defRPr>
            </a:lvl5pPr>
            <a:lvl6pPr>
              <a:defRPr sz="975" b="1">
                <a:solidFill>
                  <a:srgbClr val="18A999"/>
                </a:solidFill>
              </a:defRPr>
            </a:lvl6pPr>
            <a:lvl7pPr>
              <a:defRPr sz="975" b="1">
                <a:solidFill>
                  <a:srgbClr val="18A999"/>
                </a:solidFill>
              </a:defRPr>
            </a:lvl7pPr>
            <a:lvl8pPr>
              <a:defRPr sz="975" b="1">
                <a:solidFill>
                  <a:srgbClr val="18A999"/>
                </a:solidFill>
              </a:defRPr>
            </a:lvl8pPr>
            <a:lvl9pPr>
              <a:defRPr sz="975" b="1">
                <a:solidFill>
                  <a:srgbClr val="18A99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03 ·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6C721-8A25-42E1-B316-E4EEF8A5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A43"/>
                </a:solidFill>
              </a:defRPr>
            </a:defPPr>
            <a:lvl1pPr>
              <a:defRPr sz="2850" b="1">
                <a:solidFill>
                  <a:srgbClr val="102A43"/>
                </a:solidFill>
              </a:defRPr>
            </a:lvl1pPr>
            <a:lvl2pPr>
              <a:defRPr sz="2850" b="1">
                <a:solidFill>
                  <a:srgbClr val="102A43"/>
                </a:solidFill>
              </a:defRPr>
            </a:lvl2pPr>
            <a:lvl3pPr>
              <a:defRPr sz="2850" b="1">
                <a:solidFill>
                  <a:srgbClr val="102A43"/>
                </a:solidFill>
              </a:defRPr>
            </a:lvl3pPr>
            <a:lvl4pPr>
              <a:defRPr sz="2850" b="1">
                <a:solidFill>
                  <a:srgbClr val="102A43"/>
                </a:solidFill>
              </a:defRPr>
            </a:lvl4pPr>
            <a:lvl5pPr>
              <a:defRPr sz="2850" b="1">
                <a:solidFill>
                  <a:srgbClr val="102A43"/>
                </a:solidFill>
              </a:defRPr>
            </a:lvl5pPr>
            <a:lvl6pPr>
              <a:defRPr sz="2850" b="1">
                <a:solidFill>
                  <a:srgbClr val="102A43"/>
                </a:solidFill>
              </a:defRPr>
            </a:lvl6pPr>
            <a:lvl7pPr>
              <a:defRPr sz="2850" b="1">
                <a:solidFill>
                  <a:srgbClr val="102A43"/>
                </a:solidFill>
              </a:defRPr>
            </a:lvl7pPr>
            <a:lvl8pPr>
              <a:defRPr sz="2850" b="1">
                <a:solidFill>
                  <a:srgbClr val="102A43"/>
                </a:solidFill>
              </a:defRPr>
            </a:lvl8pPr>
            <a:lvl9pPr>
              <a:defRPr sz="28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7주 동안 테스트 체계를 단계적으로 구축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12DF4-C18D-4C2C-9D69-3EBF211B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27384"/>
                </a:solidFill>
              </a:defRPr>
            </a:defPPr>
            <a:lvl1pPr>
              <a:defRPr sz="1350">
                <a:solidFill>
                  <a:srgbClr val="627384"/>
                </a:solidFill>
              </a:defRPr>
            </a:lvl1pPr>
            <a:lvl2pPr>
              <a:defRPr sz="1350">
                <a:solidFill>
                  <a:srgbClr val="627384"/>
                </a:solidFill>
              </a:defRPr>
            </a:lvl2pPr>
            <a:lvl3pPr>
              <a:defRPr sz="1350">
                <a:solidFill>
                  <a:srgbClr val="627384"/>
                </a:solidFill>
              </a:defRPr>
            </a:lvl3pPr>
            <a:lvl4pPr>
              <a:defRPr sz="1350">
                <a:solidFill>
                  <a:srgbClr val="627384"/>
                </a:solidFill>
              </a:defRPr>
            </a:lvl4pPr>
            <a:lvl5pPr>
              <a:defRPr sz="1350">
                <a:solidFill>
                  <a:srgbClr val="627384"/>
                </a:solidFill>
              </a:defRPr>
            </a:lvl5pPr>
            <a:lvl6pPr>
              <a:defRPr sz="1350">
                <a:solidFill>
                  <a:srgbClr val="627384"/>
                </a:solidFill>
              </a:defRPr>
            </a:lvl6pPr>
            <a:lvl7pPr>
              <a:defRPr sz="1350">
                <a:solidFill>
                  <a:srgbClr val="627384"/>
                </a:solidFill>
              </a:defRPr>
            </a:lvl7pPr>
            <a:lvl8pPr>
              <a:defRPr sz="1350">
                <a:solidFill>
                  <a:srgbClr val="627384"/>
                </a:solidFill>
              </a:defRPr>
            </a:lvl8pPr>
            <a:lvl9pPr>
              <a:defRPr sz="1350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627384"/>
                </a:solidFill>
              </a:defRPr>
            </a:pPr>
            <a:r>
              <a:rPr sz="1350">
                <a:solidFill>
                  <a:srgbClr val="627384"/>
                </a:solidFill>
              </a:rPr>
              <a:t>코드 검증 범위를 넓히면서 문서화와 협업 도구 연동을 함께 완성했습니다.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A890F-179E-4911-AEAA-435E9A5C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9925"/>
            <a:ext cx="9982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9C5A7-46AD-4BAC-AFCD-57AF72CF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813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9525">
            <a:solidFill>
              <a:srgbClr val="18A99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CB3F9-B0A1-44A9-AB25-695AF265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0765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4640D-CA87-402E-BE0E-8A9A1C30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8A999"/>
                </a:solidFill>
              </a:defRPr>
            </a:defPPr>
            <a:lvl1pPr>
              <a:defRPr sz="1200" b="1">
                <a:solidFill>
                  <a:srgbClr val="18A999"/>
                </a:solidFill>
              </a:defRPr>
            </a:lvl1pPr>
            <a:lvl2pPr>
              <a:defRPr sz="1200" b="1">
                <a:solidFill>
                  <a:srgbClr val="18A999"/>
                </a:solidFill>
              </a:defRPr>
            </a:lvl2pPr>
            <a:lvl3pPr>
              <a:defRPr sz="1200" b="1">
                <a:solidFill>
                  <a:srgbClr val="18A999"/>
                </a:solidFill>
              </a:defRPr>
            </a:lvl3pPr>
            <a:lvl4pPr>
              <a:defRPr sz="1200" b="1">
                <a:solidFill>
                  <a:srgbClr val="18A999"/>
                </a:solidFill>
              </a:defRPr>
            </a:lvl4pPr>
            <a:lvl5pPr>
              <a:defRPr sz="1200" b="1">
                <a:solidFill>
                  <a:srgbClr val="18A999"/>
                </a:solidFill>
              </a:defRPr>
            </a:lvl5pPr>
            <a:lvl6pPr>
              <a:defRPr sz="1200" b="1">
                <a:solidFill>
                  <a:srgbClr val="18A999"/>
                </a:solidFill>
              </a:defRPr>
            </a:lvl6pPr>
            <a:lvl7pPr>
              <a:defRPr sz="1200" b="1">
                <a:solidFill>
                  <a:srgbClr val="18A999"/>
                </a:solidFill>
              </a:defRPr>
            </a:lvl7pPr>
            <a:lvl8pPr>
              <a:defRPr sz="1200" b="1">
                <a:solidFill>
                  <a:srgbClr val="18A999"/>
                </a:solidFill>
              </a:defRPr>
            </a:lvl8pPr>
            <a:lvl9pPr>
              <a:defRPr sz="1200" b="1">
                <a:solidFill>
                  <a:srgbClr val="18A999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8A999"/>
                </a:solidFill>
              </a:defRPr>
            </a:pPr>
            <a:r>
              <a:rPr sz="1200" b="1">
                <a:solidFill>
                  <a:srgbClr val="18A999"/>
                </a:solidFill>
              </a:rPr>
              <a:t>1–2주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52330-F946-4A1D-9AAC-DA80AB65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05075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프로젝트 분석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0DC1D-89FA-409E-89FB-6CAD358C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92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627384"/>
                </a:solidFill>
              </a:defRPr>
            </a:defPPr>
            <a:lvl1pPr>
              <a:defRPr sz="1125">
                <a:solidFill>
                  <a:srgbClr val="627384"/>
                </a:solidFill>
              </a:defRPr>
            </a:lvl1pPr>
            <a:lvl2pPr>
              <a:defRPr sz="1125">
                <a:solidFill>
                  <a:srgbClr val="627384"/>
                </a:solidFill>
              </a:defRPr>
            </a:lvl2pPr>
            <a:lvl3pPr>
              <a:defRPr sz="1125">
                <a:solidFill>
                  <a:srgbClr val="627384"/>
                </a:solidFill>
              </a:defRPr>
            </a:lvl3pPr>
            <a:lvl4pPr>
              <a:defRPr sz="1125">
                <a:solidFill>
                  <a:srgbClr val="627384"/>
                </a:solidFill>
              </a:defRPr>
            </a:lvl4pPr>
            <a:lvl5pPr>
              <a:defRPr sz="1125">
                <a:solidFill>
                  <a:srgbClr val="627384"/>
                </a:solidFill>
              </a:defRPr>
            </a:lvl5pPr>
            <a:lvl6pPr>
              <a:defRPr sz="1125">
                <a:solidFill>
                  <a:srgbClr val="627384"/>
                </a:solidFill>
              </a:defRPr>
            </a:lvl6pPr>
            <a:lvl7pPr>
              <a:defRPr sz="1125">
                <a:solidFill>
                  <a:srgbClr val="627384"/>
                </a:solidFill>
              </a:defRPr>
            </a:lvl7pPr>
            <a:lvl8pPr>
              <a:defRPr sz="1125">
                <a:solidFill>
                  <a:srgbClr val="627384"/>
                </a:solidFill>
              </a:defRPr>
            </a:lvl8pPr>
            <a:lvl9pPr>
              <a:defRPr sz="1125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125">
                <a:solidFill>
                  <a:srgbClr val="627384"/>
                </a:solidFill>
              </a:defRPr>
            </a:pPr>
            <a:r>
              <a:rPr sz="1125">
                <a:solidFill>
                  <a:srgbClr val="627384"/>
                </a:solidFill>
              </a:rPr>
              <a:t>테스트 구조·대상 선정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8BBB2D-23AF-4001-8287-524E02BF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813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9525">
            <a:solidFill>
              <a:srgbClr val="18A99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1C3F6-AC83-4376-A85A-338CDC27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0765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ED009D-D09B-4EF7-BB36-76DE7D39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8A999"/>
                </a:solidFill>
              </a:defRPr>
            </a:defPPr>
            <a:lvl1pPr>
              <a:defRPr sz="1200" b="1">
                <a:solidFill>
                  <a:srgbClr val="18A999"/>
                </a:solidFill>
              </a:defRPr>
            </a:lvl1pPr>
            <a:lvl2pPr>
              <a:defRPr sz="1200" b="1">
                <a:solidFill>
                  <a:srgbClr val="18A999"/>
                </a:solidFill>
              </a:defRPr>
            </a:lvl2pPr>
            <a:lvl3pPr>
              <a:defRPr sz="1200" b="1">
                <a:solidFill>
                  <a:srgbClr val="18A999"/>
                </a:solidFill>
              </a:defRPr>
            </a:lvl3pPr>
            <a:lvl4pPr>
              <a:defRPr sz="1200" b="1">
                <a:solidFill>
                  <a:srgbClr val="18A999"/>
                </a:solidFill>
              </a:defRPr>
            </a:lvl4pPr>
            <a:lvl5pPr>
              <a:defRPr sz="1200" b="1">
                <a:solidFill>
                  <a:srgbClr val="18A999"/>
                </a:solidFill>
              </a:defRPr>
            </a:lvl5pPr>
            <a:lvl6pPr>
              <a:defRPr sz="1200" b="1">
                <a:solidFill>
                  <a:srgbClr val="18A999"/>
                </a:solidFill>
              </a:defRPr>
            </a:lvl6pPr>
            <a:lvl7pPr>
              <a:defRPr sz="1200" b="1">
                <a:solidFill>
                  <a:srgbClr val="18A999"/>
                </a:solidFill>
              </a:defRPr>
            </a:lvl7pPr>
            <a:lvl8pPr>
              <a:defRPr sz="1200" b="1">
                <a:solidFill>
                  <a:srgbClr val="18A999"/>
                </a:solidFill>
              </a:defRPr>
            </a:lvl8pPr>
            <a:lvl9pPr>
              <a:defRPr sz="1200" b="1">
                <a:solidFill>
                  <a:srgbClr val="18A999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8A999"/>
                </a:solidFill>
              </a:defRPr>
            </a:pPr>
            <a:r>
              <a:rPr sz="1200" b="1">
                <a:solidFill>
                  <a:srgbClr val="18A999"/>
                </a:solidFill>
              </a:rPr>
              <a:t>3주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028A98-294F-4974-BBC9-ADCF9891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05075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단위 테스트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611461-2B64-48AC-B016-5DCCC9DB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33800"/>
            <a:ext cx="192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627384"/>
                </a:solidFill>
              </a:defRPr>
            </a:defPPr>
            <a:lvl1pPr>
              <a:defRPr sz="1125">
                <a:solidFill>
                  <a:srgbClr val="627384"/>
                </a:solidFill>
              </a:defRPr>
            </a:lvl1pPr>
            <a:lvl2pPr>
              <a:defRPr sz="1125">
                <a:solidFill>
                  <a:srgbClr val="627384"/>
                </a:solidFill>
              </a:defRPr>
            </a:lvl2pPr>
            <a:lvl3pPr>
              <a:defRPr sz="1125">
                <a:solidFill>
                  <a:srgbClr val="627384"/>
                </a:solidFill>
              </a:defRPr>
            </a:lvl3pPr>
            <a:lvl4pPr>
              <a:defRPr sz="1125">
                <a:solidFill>
                  <a:srgbClr val="627384"/>
                </a:solidFill>
              </a:defRPr>
            </a:lvl4pPr>
            <a:lvl5pPr>
              <a:defRPr sz="1125">
                <a:solidFill>
                  <a:srgbClr val="627384"/>
                </a:solidFill>
              </a:defRPr>
            </a:lvl5pPr>
            <a:lvl6pPr>
              <a:defRPr sz="1125">
                <a:solidFill>
                  <a:srgbClr val="627384"/>
                </a:solidFill>
              </a:defRPr>
            </a:lvl6pPr>
            <a:lvl7pPr>
              <a:defRPr sz="1125">
                <a:solidFill>
                  <a:srgbClr val="627384"/>
                </a:solidFill>
              </a:defRPr>
            </a:lvl7pPr>
            <a:lvl8pPr>
              <a:defRPr sz="1125">
                <a:solidFill>
                  <a:srgbClr val="627384"/>
                </a:solidFill>
              </a:defRPr>
            </a:lvl8pPr>
            <a:lvl9pPr>
              <a:defRPr sz="1125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125">
                <a:solidFill>
                  <a:srgbClr val="627384"/>
                </a:solidFill>
              </a:defRPr>
            </a:pPr>
            <a:r>
              <a:rPr sz="1125">
                <a:solidFill>
                  <a:srgbClr val="627384"/>
                </a:solidFill>
              </a:rPr>
              <a:t>FBmrCell 6개 TC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D4016-04FC-4F86-B18A-25174D89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813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9525">
            <a:solidFill>
              <a:srgbClr val="18A99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DF0C2A-A170-4387-82A3-BFC650A3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0765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E3A081-2F9A-445D-ADCE-51911B05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955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8A999"/>
                </a:solidFill>
              </a:defRPr>
            </a:defPPr>
            <a:lvl1pPr>
              <a:defRPr sz="1200" b="1">
                <a:solidFill>
                  <a:srgbClr val="18A999"/>
                </a:solidFill>
              </a:defRPr>
            </a:lvl1pPr>
            <a:lvl2pPr>
              <a:defRPr sz="1200" b="1">
                <a:solidFill>
                  <a:srgbClr val="18A999"/>
                </a:solidFill>
              </a:defRPr>
            </a:lvl2pPr>
            <a:lvl3pPr>
              <a:defRPr sz="1200" b="1">
                <a:solidFill>
                  <a:srgbClr val="18A999"/>
                </a:solidFill>
              </a:defRPr>
            </a:lvl3pPr>
            <a:lvl4pPr>
              <a:defRPr sz="1200" b="1">
                <a:solidFill>
                  <a:srgbClr val="18A999"/>
                </a:solidFill>
              </a:defRPr>
            </a:lvl4pPr>
            <a:lvl5pPr>
              <a:defRPr sz="1200" b="1">
                <a:solidFill>
                  <a:srgbClr val="18A999"/>
                </a:solidFill>
              </a:defRPr>
            </a:lvl5pPr>
            <a:lvl6pPr>
              <a:defRPr sz="1200" b="1">
                <a:solidFill>
                  <a:srgbClr val="18A999"/>
                </a:solidFill>
              </a:defRPr>
            </a:lvl6pPr>
            <a:lvl7pPr>
              <a:defRPr sz="1200" b="1">
                <a:solidFill>
                  <a:srgbClr val="18A999"/>
                </a:solidFill>
              </a:defRPr>
            </a:lvl7pPr>
            <a:lvl8pPr>
              <a:defRPr sz="1200" b="1">
                <a:solidFill>
                  <a:srgbClr val="18A999"/>
                </a:solidFill>
              </a:defRPr>
            </a:lvl8pPr>
            <a:lvl9pPr>
              <a:defRPr sz="1200" b="1">
                <a:solidFill>
                  <a:srgbClr val="18A999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8A999"/>
                </a:solidFill>
              </a:defRPr>
            </a:pPr>
            <a:r>
              <a:rPr sz="1200" b="1">
                <a:solidFill>
                  <a:srgbClr val="18A999"/>
                </a:solidFill>
              </a:rPr>
              <a:t>4–5주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23729-DD61-4DE4-9EAB-61A6FA61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05075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통합 테스트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381145-9DD5-4F01-912A-FB65C73B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33800"/>
            <a:ext cx="192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627384"/>
                </a:solidFill>
              </a:defRPr>
            </a:defPPr>
            <a:lvl1pPr>
              <a:defRPr sz="1125">
                <a:solidFill>
                  <a:srgbClr val="627384"/>
                </a:solidFill>
              </a:defRPr>
            </a:lvl1pPr>
            <a:lvl2pPr>
              <a:defRPr sz="1125">
                <a:solidFill>
                  <a:srgbClr val="627384"/>
                </a:solidFill>
              </a:defRPr>
            </a:lvl2pPr>
            <a:lvl3pPr>
              <a:defRPr sz="1125">
                <a:solidFill>
                  <a:srgbClr val="627384"/>
                </a:solidFill>
              </a:defRPr>
            </a:lvl3pPr>
            <a:lvl4pPr>
              <a:defRPr sz="1125">
                <a:solidFill>
                  <a:srgbClr val="627384"/>
                </a:solidFill>
              </a:defRPr>
            </a:lvl4pPr>
            <a:lvl5pPr>
              <a:defRPr sz="1125">
                <a:solidFill>
                  <a:srgbClr val="627384"/>
                </a:solidFill>
              </a:defRPr>
            </a:lvl5pPr>
            <a:lvl6pPr>
              <a:defRPr sz="1125">
                <a:solidFill>
                  <a:srgbClr val="627384"/>
                </a:solidFill>
              </a:defRPr>
            </a:lvl6pPr>
            <a:lvl7pPr>
              <a:defRPr sz="1125">
                <a:solidFill>
                  <a:srgbClr val="627384"/>
                </a:solidFill>
              </a:defRPr>
            </a:lvl7pPr>
            <a:lvl8pPr>
              <a:defRPr sz="1125">
                <a:solidFill>
                  <a:srgbClr val="627384"/>
                </a:solidFill>
              </a:defRPr>
            </a:lvl8pPr>
            <a:lvl9pPr>
              <a:defRPr sz="1125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125">
                <a:solidFill>
                  <a:srgbClr val="627384"/>
                </a:solidFill>
              </a:defRPr>
            </a:pPr>
            <a:r>
              <a:rPr sz="1125">
                <a:solidFill>
                  <a:srgbClr val="627384"/>
                </a:solidFill>
              </a:rPr>
              <a:t>폭탄 설치 규칙 2개 TC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6C37E7-C886-4D85-8874-8CC74869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813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9525">
            <a:solidFill>
              <a:srgbClr val="18A99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1E9D93-C522-4D81-A1A8-0A6244BA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0765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106EBD-5B88-494D-8152-C436EF5D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8A999"/>
                </a:solidFill>
              </a:defRPr>
            </a:defPPr>
            <a:lvl1pPr>
              <a:defRPr sz="1200" b="1">
                <a:solidFill>
                  <a:srgbClr val="18A999"/>
                </a:solidFill>
              </a:defRPr>
            </a:lvl1pPr>
            <a:lvl2pPr>
              <a:defRPr sz="1200" b="1">
                <a:solidFill>
                  <a:srgbClr val="18A999"/>
                </a:solidFill>
              </a:defRPr>
            </a:lvl2pPr>
            <a:lvl3pPr>
              <a:defRPr sz="1200" b="1">
                <a:solidFill>
                  <a:srgbClr val="18A999"/>
                </a:solidFill>
              </a:defRPr>
            </a:lvl3pPr>
            <a:lvl4pPr>
              <a:defRPr sz="1200" b="1">
                <a:solidFill>
                  <a:srgbClr val="18A999"/>
                </a:solidFill>
              </a:defRPr>
            </a:lvl4pPr>
            <a:lvl5pPr>
              <a:defRPr sz="1200" b="1">
                <a:solidFill>
                  <a:srgbClr val="18A999"/>
                </a:solidFill>
              </a:defRPr>
            </a:lvl5pPr>
            <a:lvl6pPr>
              <a:defRPr sz="1200" b="1">
                <a:solidFill>
                  <a:srgbClr val="18A999"/>
                </a:solidFill>
              </a:defRPr>
            </a:lvl6pPr>
            <a:lvl7pPr>
              <a:defRPr sz="1200" b="1">
                <a:solidFill>
                  <a:srgbClr val="18A999"/>
                </a:solidFill>
              </a:defRPr>
            </a:lvl7pPr>
            <a:lvl8pPr>
              <a:defRPr sz="1200" b="1">
                <a:solidFill>
                  <a:srgbClr val="18A999"/>
                </a:solidFill>
              </a:defRPr>
            </a:lvl8pPr>
            <a:lvl9pPr>
              <a:defRPr sz="1200" b="1">
                <a:solidFill>
                  <a:srgbClr val="18A999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8A999"/>
                </a:solidFill>
              </a:defRPr>
            </a:pPr>
            <a:r>
              <a:rPr sz="1200" b="1">
                <a:solidFill>
                  <a:srgbClr val="18A999"/>
                </a:solidFill>
              </a:rPr>
              <a:t>6주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C9552C-701C-4BD9-AED0-6CFE3333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05075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시스템 테스트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9F7FFE-0196-487A-B7C5-D1156FF7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33800"/>
            <a:ext cx="192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627384"/>
                </a:solidFill>
              </a:defRPr>
            </a:defPPr>
            <a:lvl1pPr>
              <a:defRPr sz="1125">
                <a:solidFill>
                  <a:srgbClr val="627384"/>
                </a:solidFill>
              </a:defRPr>
            </a:lvl1pPr>
            <a:lvl2pPr>
              <a:defRPr sz="1125">
                <a:solidFill>
                  <a:srgbClr val="627384"/>
                </a:solidFill>
              </a:defRPr>
            </a:lvl2pPr>
            <a:lvl3pPr>
              <a:defRPr sz="1125">
                <a:solidFill>
                  <a:srgbClr val="627384"/>
                </a:solidFill>
              </a:defRPr>
            </a:lvl3pPr>
            <a:lvl4pPr>
              <a:defRPr sz="1125">
                <a:solidFill>
                  <a:srgbClr val="627384"/>
                </a:solidFill>
              </a:defRPr>
            </a:lvl4pPr>
            <a:lvl5pPr>
              <a:defRPr sz="1125">
                <a:solidFill>
                  <a:srgbClr val="627384"/>
                </a:solidFill>
              </a:defRPr>
            </a:lvl5pPr>
            <a:lvl6pPr>
              <a:defRPr sz="1125">
                <a:solidFill>
                  <a:srgbClr val="627384"/>
                </a:solidFill>
              </a:defRPr>
            </a:lvl6pPr>
            <a:lvl7pPr>
              <a:defRPr sz="1125">
                <a:solidFill>
                  <a:srgbClr val="627384"/>
                </a:solidFill>
              </a:defRPr>
            </a:lvl7pPr>
            <a:lvl8pPr>
              <a:defRPr sz="1125">
                <a:solidFill>
                  <a:srgbClr val="627384"/>
                </a:solidFill>
              </a:defRPr>
            </a:lvl8pPr>
            <a:lvl9pPr>
              <a:defRPr sz="1125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125">
                <a:solidFill>
                  <a:srgbClr val="627384"/>
                </a:solidFill>
              </a:defRPr>
            </a:pPr>
            <a:r>
              <a:rPr sz="1125">
                <a:solidFill>
                  <a:srgbClr val="627384"/>
                </a:solidFill>
              </a:rPr>
              <a:t>부하·복구·실패 데모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9AA931-CFC4-48D8-8BF2-02D6D0C3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813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7384"/>
          </a:solidFill>
          <a:ln xmlns:a="http://schemas.openxmlformats.org/drawingml/2006/main" w="9525">
            <a:solidFill>
              <a:srgbClr val="62738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9175E5-4598-46C5-B13B-5786A532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0765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81B89D-4A50-471D-BCF9-09AFC143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955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8A999"/>
                </a:solidFill>
              </a:defRPr>
            </a:defPPr>
            <a:lvl1pPr>
              <a:defRPr sz="1200" b="1">
                <a:solidFill>
                  <a:srgbClr val="18A999"/>
                </a:solidFill>
              </a:defRPr>
            </a:lvl1pPr>
            <a:lvl2pPr>
              <a:defRPr sz="1200" b="1">
                <a:solidFill>
                  <a:srgbClr val="18A999"/>
                </a:solidFill>
              </a:defRPr>
            </a:lvl2pPr>
            <a:lvl3pPr>
              <a:defRPr sz="1200" b="1">
                <a:solidFill>
                  <a:srgbClr val="18A999"/>
                </a:solidFill>
              </a:defRPr>
            </a:lvl3pPr>
            <a:lvl4pPr>
              <a:defRPr sz="1200" b="1">
                <a:solidFill>
                  <a:srgbClr val="18A999"/>
                </a:solidFill>
              </a:defRPr>
            </a:lvl4pPr>
            <a:lvl5pPr>
              <a:defRPr sz="1200" b="1">
                <a:solidFill>
                  <a:srgbClr val="18A999"/>
                </a:solidFill>
              </a:defRPr>
            </a:lvl5pPr>
            <a:lvl6pPr>
              <a:defRPr sz="1200" b="1">
                <a:solidFill>
                  <a:srgbClr val="18A999"/>
                </a:solidFill>
              </a:defRPr>
            </a:lvl6pPr>
            <a:lvl7pPr>
              <a:defRPr sz="1200" b="1">
                <a:solidFill>
                  <a:srgbClr val="18A999"/>
                </a:solidFill>
              </a:defRPr>
            </a:lvl7pPr>
            <a:lvl8pPr>
              <a:defRPr sz="1200" b="1">
                <a:solidFill>
                  <a:srgbClr val="18A999"/>
                </a:solidFill>
              </a:defRPr>
            </a:lvl8pPr>
            <a:lvl9pPr>
              <a:defRPr sz="1200" b="1">
                <a:solidFill>
                  <a:srgbClr val="18A999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8A999"/>
                </a:solidFill>
              </a:defRPr>
            </a:pPr>
            <a:r>
              <a:rPr sz="1200" b="1">
                <a:solidFill>
                  <a:srgbClr val="18A999"/>
                </a:solidFill>
              </a:rPr>
              <a:t>7주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93347A-5F3E-4AE8-82B8-16A2D094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05075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인수 테스트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0F662D-5647-4014-A903-69364637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33800"/>
            <a:ext cx="192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627384"/>
                </a:solidFill>
              </a:defRPr>
            </a:defPPr>
            <a:lvl1pPr>
              <a:defRPr sz="1125">
                <a:solidFill>
                  <a:srgbClr val="627384"/>
                </a:solidFill>
              </a:defRPr>
            </a:lvl1pPr>
            <a:lvl2pPr>
              <a:defRPr sz="1125">
                <a:solidFill>
                  <a:srgbClr val="627384"/>
                </a:solidFill>
              </a:defRPr>
            </a:lvl2pPr>
            <a:lvl3pPr>
              <a:defRPr sz="1125">
                <a:solidFill>
                  <a:srgbClr val="627384"/>
                </a:solidFill>
              </a:defRPr>
            </a:lvl3pPr>
            <a:lvl4pPr>
              <a:defRPr sz="1125">
                <a:solidFill>
                  <a:srgbClr val="627384"/>
                </a:solidFill>
              </a:defRPr>
            </a:lvl4pPr>
            <a:lvl5pPr>
              <a:defRPr sz="1125">
                <a:solidFill>
                  <a:srgbClr val="627384"/>
                </a:solidFill>
              </a:defRPr>
            </a:lvl5pPr>
            <a:lvl6pPr>
              <a:defRPr sz="1125">
                <a:solidFill>
                  <a:srgbClr val="627384"/>
                </a:solidFill>
              </a:defRPr>
            </a:lvl6pPr>
            <a:lvl7pPr>
              <a:defRPr sz="1125">
                <a:solidFill>
                  <a:srgbClr val="627384"/>
                </a:solidFill>
              </a:defRPr>
            </a:lvl7pPr>
            <a:lvl8pPr>
              <a:defRPr sz="1125">
                <a:solidFill>
                  <a:srgbClr val="627384"/>
                </a:solidFill>
              </a:defRPr>
            </a:lvl8pPr>
            <a:lvl9pPr>
              <a:defRPr sz="1125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125">
                <a:solidFill>
                  <a:srgbClr val="627384"/>
                </a:solidFill>
              </a:defRPr>
            </a:pPr>
            <a:r>
              <a:rPr sz="1125">
                <a:solidFill>
                  <a:srgbClr val="627384"/>
                </a:solidFill>
              </a:rPr>
              <a:t>사용자 흐름 3개 TC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BA574B-529B-4B26-9DD1-25D90BA5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95850"/>
            <a:ext cx="3848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1"/>
          </a:solidFill>
          <a:ln xmlns:a="http://schemas.openxmlformats.org/drawingml/2006/main" w="9525">
            <a:solidFill>
              <a:srgbClr val="DDF5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0919F4-B948-43B1-9252-D83B276A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33950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AA876"/>
                </a:solidFill>
              </a:defRPr>
            </a:defPPr>
            <a:lvl1pPr>
              <a:defRPr sz="975" b="1">
                <a:solidFill>
                  <a:srgbClr val="2AA876"/>
                </a:solidFill>
              </a:defRPr>
            </a:lvl1pPr>
            <a:lvl2pPr>
              <a:defRPr sz="975" b="1">
                <a:solidFill>
                  <a:srgbClr val="2AA876"/>
                </a:solidFill>
              </a:defRPr>
            </a:lvl2pPr>
            <a:lvl3pPr>
              <a:defRPr sz="975" b="1">
                <a:solidFill>
                  <a:srgbClr val="2AA876"/>
                </a:solidFill>
              </a:defRPr>
            </a:lvl3pPr>
            <a:lvl4pPr>
              <a:defRPr sz="975" b="1">
                <a:solidFill>
                  <a:srgbClr val="2AA876"/>
                </a:solidFill>
              </a:defRPr>
            </a:lvl4pPr>
            <a:lvl5pPr>
              <a:defRPr sz="975" b="1">
                <a:solidFill>
                  <a:srgbClr val="2AA876"/>
                </a:solidFill>
              </a:defRPr>
            </a:lvl5pPr>
            <a:lvl6pPr>
              <a:defRPr sz="975" b="1">
                <a:solidFill>
                  <a:srgbClr val="2AA876"/>
                </a:solidFill>
              </a:defRPr>
            </a:lvl6pPr>
            <a:lvl7pPr>
              <a:defRPr sz="975" b="1">
                <a:solidFill>
                  <a:srgbClr val="2AA876"/>
                </a:solidFill>
              </a:defRPr>
            </a:lvl7pPr>
            <a:lvl8pPr>
              <a:defRPr sz="975" b="1">
                <a:solidFill>
                  <a:srgbClr val="2AA876"/>
                </a:solidFill>
              </a:defRPr>
            </a:lvl8pPr>
            <a:lvl9pPr>
              <a:defRPr sz="975" b="1">
                <a:solidFill>
                  <a:srgbClr val="2AA876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AA876"/>
                </a:solidFill>
              </a:defRPr>
            </a:pPr>
            <a:r>
              <a:rPr sz="975" b="1">
                <a:solidFill>
                  <a:srgbClr val="2AA876"/>
                </a:solidFill>
              </a:rPr>
              <a:t>현재: 7주차 인수 테스트 3개 최종 통과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4B5C1A-5314-4903-AB1E-28390129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BB7FA0-1113-40B7-A923-CF3C1C87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627384"/>
                </a:solidFill>
              </a:defRPr>
            </a:defPPr>
            <a:lvl1pPr>
              <a:defRPr sz="825">
                <a:solidFill>
                  <a:srgbClr val="627384"/>
                </a:solidFill>
              </a:defRPr>
            </a:lvl1pPr>
            <a:lvl2pPr>
              <a:defRPr sz="825">
                <a:solidFill>
                  <a:srgbClr val="627384"/>
                </a:solidFill>
              </a:defRPr>
            </a:lvl2pPr>
            <a:lvl3pPr>
              <a:defRPr sz="825">
                <a:solidFill>
                  <a:srgbClr val="627384"/>
                </a:solidFill>
              </a:defRPr>
            </a:lvl3pPr>
            <a:lvl4pPr>
              <a:defRPr sz="825">
                <a:solidFill>
                  <a:srgbClr val="627384"/>
                </a:solidFill>
              </a:defRPr>
            </a:lvl4pPr>
            <a:lvl5pPr>
              <a:defRPr sz="825">
                <a:solidFill>
                  <a:srgbClr val="627384"/>
                </a:solidFill>
              </a:defRPr>
            </a:lvl5pPr>
            <a:lvl6pPr>
              <a:defRPr sz="825">
                <a:solidFill>
                  <a:srgbClr val="627384"/>
                </a:solidFill>
              </a:defRPr>
            </a:lvl6pPr>
            <a:lvl7pPr>
              <a:defRPr sz="825">
                <a:solidFill>
                  <a:srgbClr val="627384"/>
                </a:solidFill>
              </a:defRPr>
            </a:lvl7pPr>
            <a:lvl8pPr>
              <a:defRPr sz="825">
                <a:solidFill>
                  <a:srgbClr val="627384"/>
                </a:solidFill>
              </a:defRPr>
            </a:lvl8pPr>
            <a:lvl9pPr>
              <a:defRPr sz="825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825">
                <a:solidFill>
                  <a:srgbClr val="627384"/>
                </a:solidFill>
              </a:defRPr>
            </a:pPr>
            <a:r>
              <a:rPr sz="825">
                <a:solidFill>
                  <a:srgbClr val="627384"/>
                </a:solidFill>
              </a:rPr>
              <a:t>Bomber QA Automation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1D20D8-1263-48CF-8D65-17E3C993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722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384"/>
                </a:solidFill>
              </a:defRPr>
            </a:defPPr>
            <a:lvl1pPr>
              <a:defRPr sz="825" b="1">
                <a:solidFill>
                  <a:srgbClr val="627384"/>
                </a:solidFill>
              </a:defRPr>
            </a:lvl1pPr>
            <a:lvl2pPr>
              <a:defRPr sz="825" b="1">
                <a:solidFill>
                  <a:srgbClr val="627384"/>
                </a:solidFill>
              </a:defRPr>
            </a:lvl2pPr>
            <a:lvl3pPr>
              <a:defRPr sz="825" b="1">
                <a:solidFill>
                  <a:srgbClr val="627384"/>
                </a:solidFill>
              </a:defRPr>
            </a:lvl3pPr>
            <a:lvl4pPr>
              <a:defRPr sz="825" b="1">
                <a:solidFill>
                  <a:srgbClr val="627384"/>
                </a:solidFill>
              </a:defRPr>
            </a:lvl4pPr>
            <a:lvl5pPr>
              <a:defRPr sz="825" b="1">
                <a:solidFill>
                  <a:srgbClr val="627384"/>
                </a:solidFill>
              </a:defRPr>
            </a:lvl5pPr>
            <a:lvl6pPr>
              <a:defRPr sz="825" b="1">
                <a:solidFill>
                  <a:srgbClr val="627384"/>
                </a:solidFill>
              </a:defRPr>
            </a:lvl6pPr>
            <a:lvl7pPr>
              <a:defRPr sz="825" b="1">
                <a:solidFill>
                  <a:srgbClr val="627384"/>
                </a:solidFill>
              </a:defRPr>
            </a:lvl7pPr>
            <a:lvl8pPr>
              <a:defRPr sz="825" b="1">
                <a:solidFill>
                  <a:srgbClr val="627384"/>
                </a:solidFill>
              </a:defRPr>
            </a:lvl8pPr>
            <a:lvl9pPr>
              <a:defRPr sz="825" b="1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27384"/>
                </a:solidFill>
              </a:defRPr>
            </a:pPr>
            <a:r>
              <a:rPr sz="825" b="1">
                <a:solidFill>
                  <a:srgbClr val="627384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892719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E9945B-B3AE-40D0-A628-E96C8207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8A999"/>
                </a:solidFill>
              </a:defRPr>
            </a:defPPr>
            <a:lvl1pPr>
              <a:defRPr sz="975" b="1">
                <a:solidFill>
                  <a:srgbClr val="18A999"/>
                </a:solidFill>
              </a:defRPr>
            </a:lvl1pPr>
            <a:lvl2pPr>
              <a:defRPr sz="975" b="1">
                <a:solidFill>
                  <a:srgbClr val="18A999"/>
                </a:solidFill>
              </a:defRPr>
            </a:lvl2pPr>
            <a:lvl3pPr>
              <a:defRPr sz="975" b="1">
                <a:solidFill>
                  <a:srgbClr val="18A999"/>
                </a:solidFill>
              </a:defRPr>
            </a:lvl3pPr>
            <a:lvl4pPr>
              <a:defRPr sz="975" b="1">
                <a:solidFill>
                  <a:srgbClr val="18A999"/>
                </a:solidFill>
              </a:defRPr>
            </a:lvl4pPr>
            <a:lvl5pPr>
              <a:defRPr sz="975" b="1">
                <a:solidFill>
                  <a:srgbClr val="18A999"/>
                </a:solidFill>
              </a:defRPr>
            </a:lvl5pPr>
            <a:lvl6pPr>
              <a:defRPr sz="975" b="1">
                <a:solidFill>
                  <a:srgbClr val="18A999"/>
                </a:solidFill>
              </a:defRPr>
            </a:lvl6pPr>
            <a:lvl7pPr>
              <a:defRPr sz="975" b="1">
                <a:solidFill>
                  <a:srgbClr val="18A999"/>
                </a:solidFill>
              </a:defRPr>
            </a:lvl7pPr>
            <a:lvl8pPr>
              <a:defRPr sz="975" b="1">
                <a:solidFill>
                  <a:srgbClr val="18A999"/>
                </a:solidFill>
              </a:defRPr>
            </a:lvl8pPr>
            <a:lvl9pPr>
              <a:defRPr sz="975" b="1">
                <a:solidFill>
                  <a:srgbClr val="18A99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04 ·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B8F0C-4397-4FA3-9606-B2F3830E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A43"/>
                </a:solidFill>
              </a:defRPr>
            </a:defPPr>
            <a:lvl1pPr>
              <a:defRPr sz="2850" b="1">
                <a:solidFill>
                  <a:srgbClr val="102A43"/>
                </a:solidFill>
              </a:defRPr>
            </a:lvl1pPr>
            <a:lvl2pPr>
              <a:defRPr sz="2850" b="1">
                <a:solidFill>
                  <a:srgbClr val="102A43"/>
                </a:solidFill>
              </a:defRPr>
            </a:lvl2pPr>
            <a:lvl3pPr>
              <a:defRPr sz="2850" b="1">
                <a:solidFill>
                  <a:srgbClr val="102A43"/>
                </a:solidFill>
              </a:defRPr>
            </a:lvl3pPr>
            <a:lvl4pPr>
              <a:defRPr sz="2850" b="1">
                <a:solidFill>
                  <a:srgbClr val="102A43"/>
                </a:solidFill>
              </a:defRPr>
            </a:lvl4pPr>
            <a:lvl5pPr>
              <a:defRPr sz="2850" b="1">
                <a:solidFill>
                  <a:srgbClr val="102A43"/>
                </a:solidFill>
              </a:defRPr>
            </a:lvl5pPr>
            <a:lvl6pPr>
              <a:defRPr sz="2850" b="1">
                <a:solidFill>
                  <a:srgbClr val="102A43"/>
                </a:solidFill>
              </a:defRPr>
            </a:lvl6pPr>
            <a:lvl7pPr>
              <a:defRPr sz="2850" b="1">
                <a:solidFill>
                  <a:srgbClr val="102A43"/>
                </a:solidFill>
              </a:defRPr>
            </a:lvl7pPr>
            <a:lvl8pPr>
              <a:defRPr sz="2850" b="1">
                <a:solidFill>
                  <a:srgbClr val="102A43"/>
                </a:solidFill>
              </a:defRPr>
            </a:lvl8pPr>
            <a:lvl9pPr>
              <a:defRPr sz="28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BAT 한 번으로 실행부터 공유까지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04959-CF7E-4282-8ABD-E5A038A4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27384"/>
                </a:solidFill>
              </a:defRPr>
            </a:defPPr>
            <a:lvl1pPr>
              <a:defRPr sz="1350">
                <a:solidFill>
                  <a:srgbClr val="627384"/>
                </a:solidFill>
              </a:defRPr>
            </a:lvl1pPr>
            <a:lvl2pPr>
              <a:defRPr sz="1350">
                <a:solidFill>
                  <a:srgbClr val="627384"/>
                </a:solidFill>
              </a:defRPr>
            </a:lvl2pPr>
            <a:lvl3pPr>
              <a:defRPr sz="1350">
                <a:solidFill>
                  <a:srgbClr val="627384"/>
                </a:solidFill>
              </a:defRPr>
            </a:lvl3pPr>
            <a:lvl4pPr>
              <a:defRPr sz="1350">
                <a:solidFill>
                  <a:srgbClr val="627384"/>
                </a:solidFill>
              </a:defRPr>
            </a:lvl4pPr>
            <a:lvl5pPr>
              <a:defRPr sz="1350">
                <a:solidFill>
                  <a:srgbClr val="627384"/>
                </a:solidFill>
              </a:defRPr>
            </a:lvl5pPr>
            <a:lvl6pPr>
              <a:defRPr sz="1350">
                <a:solidFill>
                  <a:srgbClr val="627384"/>
                </a:solidFill>
              </a:defRPr>
            </a:lvl6pPr>
            <a:lvl7pPr>
              <a:defRPr sz="1350">
                <a:solidFill>
                  <a:srgbClr val="627384"/>
                </a:solidFill>
              </a:defRPr>
            </a:lvl7pPr>
            <a:lvl8pPr>
              <a:defRPr sz="1350">
                <a:solidFill>
                  <a:srgbClr val="627384"/>
                </a:solidFill>
              </a:defRPr>
            </a:lvl8pPr>
            <a:lvl9pPr>
              <a:defRPr sz="1350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627384"/>
                </a:solidFill>
              </a:defRPr>
            </a:pPr>
            <a:r>
              <a:rPr sz="1350">
                <a:solidFill>
                  <a:srgbClr val="627384"/>
                </a:solidFill>
              </a:rPr>
              <a:t>테스트 결과에 따라 기록과 후속 조치가 자동으로 분기됩니다.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EFE21-183D-4B5C-BD54-A7C5D950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28875"/>
            <a:ext cx="2000250" cy="2095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59D05-E7FD-4627-BFCB-1A6C50F7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28875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9525">
            <a:solidFill>
              <a:srgbClr val="18A99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5E654-967D-4BD2-8AE5-93E77A49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9525">
            <a:solidFill>
              <a:srgbClr val="18A99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5B939-49F3-4726-A048-BA7C5B40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7717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738E4-73C4-4806-9BE9-9DC31BC0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BAT 실행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3BACF-8A2F-40CF-9459-06CFF9FE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627384"/>
                </a:solidFill>
              </a:defRPr>
            </a:defPPr>
            <a:lvl1pPr>
              <a:defRPr sz="1050">
                <a:solidFill>
                  <a:srgbClr val="627384"/>
                </a:solidFill>
              </a:defRPr>
            </a:lvl1pPr>
            <a:lvl2pPr>
              <a:defRPr sz="1050">
                <a:solidFill>
                  <a:srgbClr val="627384"/>
                </a:solidFill>
              </a:defRPr>
            </a:lvl2pPr>
            <a:lvl3pPr>
              <a:defRPr sz="1050">
                <a:solidFill>
                  <a:srgbClr val="627384"/>
                </a:solidFill>
              </a:defRPr>
            </a:lvl3pPr>
            <a:lvl4pPr>
              <a:defRPr sz="1050">
                <a:solidFill>
                  <a:srgbClr val="627384"/>
                </a:solidFill>
              </a:defRPr>
            </a:lvl4pPr>
            <a:lvl5pPr>
              <a:defRPr sz="1050">
                <a:solidFill>
                  <a:srgbClr val="627384"/>
                </a:solidFill>
              </a:defRPr>
            </a:lvl5pPr>
            <a:lvl6pPr>
              <a:defRPr sz="1050">
                <a:solidFill>
                  <a:srgbClr val="627384"/>
                </a:solidFill>
              </a:defRPr>
            </a:lvl6pPr>
            <a:lvl7pPr>
              <a:defRPr sz="1050">
                <a:solidFill>
                  <a:srgbClr val="627384"/>
                </a:solidFill>
              </a:defRPr>
            </a:lvl7pPr>
            <a:lvl8pPr>
              <a:defRPr sz="1050">
                <a:solidFill>
                  <a:srgbClr val="627384"/>
                </a:solidFill>
              </a:defRPr>
            </a:lvl8pPr>
            <a:lvl9pPr>
              <a:defRPr sz="1050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050">
                <a:solidFill>
                  <a:srgbClr val="627384"/>
                </a:solidFill>
              </a:defRPr>
            </a:pPr>
            <a:r>
              <a:rPr sz="1050">
                <a:solidFill>
                  <a:srgbClr val="627384"/>
                </a:solidFill>
              </a:rPr>
              <a:t>테스트 스위트 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796DA-710C-452E-8AE4-34D88578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38525"/>
            <a:ext cx="33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653B2-8246-4F0F-81A2-0FD64349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71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67F78-5502-45D3-8E10-27C5E9F9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428875"/>
            <a:ext cx="2000250" cy="2095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11273-531D-435B-B4FF-5AF75474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428875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9525">
            <a:solidFill>
              <a:srgbClr val="18A99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C7CAB7-5A2A-4965-BCC8-0B733E17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9525">
            <a:solidFill>
              <a:srgbClr val="18A99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99C0B1-40A3-442D-8667-CCA19B69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717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05F49B-9768-4644-BA2E-2165B141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4766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Unreal 테스트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C150B8-5F18-48B0-882D-6FBB5C4A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9052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627384"/>
                </a:solidFill>
              </a:defRPr>
            </a:defPPr>
            <a:lvl1pPr>
              <a:defRPr sz="1050">
                <a:solidFill>
                  <a:srgbClr val="627384"/>
                </a:solidFill>
              </a:defRPr>
            </a:lvl1pPr>
            <a:lvl2pPr>
              <a:defRPr sz="1050">
                <a:solidFill>
                  <a:srgbClr val="627384"/>
                </a:solidFill>
              </a:defRPr>
            </a:lvl2pPr>
            <a:lvl3pPr>
              <a:defRPr sz="1050">
                <a:solidFill>
                  <a:srgbClr val="627384"/>
                </a:solidFill>
              </a:defRPr>
            </a:lvl3pPr>
            <a:lvl4pPr>
              <a:defRPr sz="1050">
                <a:solidFill>
                  <a:srgbClr val="627384"/>
                </a:solidFill>
              </a:defRPr>
            </a:lvl4pPr>
            <a:lvl5pPr>
              <a:defRPr sz="1050">
                <a:solidFill>
                  <a:srgbClr val="627384"/>
                </a:solidFill>
              </a:defRPr>
            </a:lvl5pPr>
            <a:lvl6pPr>
              <a:defRPr sz="1050">
                <a:solidFill>
                  <a:srgbClr val="627384"/>
                </a:solidFill>
              </a:defRPr>
            </a:lvl6pPr>
            <a:lvl7pPr>
              <a:defRPr sz="1050">
                <a:solidFill>
                  <a:srgbClr val="627384"/>
                </a:solidFill>
              </a:defRPr>
            </a:lvl7pPr>
            <a:lvl8pPr>
              <a:defRPr sz="1050">
                <a:solidFill>
                  <a:srgbClr val="627384"/>
                </a:solidFill>
              </a:defRPr>
            </a:lvl8pPr>
            <a:lvl9pPr>
              <a:defRPr sz="1050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050">
                <a:solidFill>
                  <a:srgbClr val="627384"/>
                </a:solidFill>
              </a:defRPr>
            </a:pPr>
            <a:r>
              <a:rPr sz="1050">
                <a:solidFill>
                  <a:srgbClr val="627384"/>
                </a:solidFill>
              </a:rPr>
              <a:t>HTML·JSON 결과 생성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3B4C74-B2B0-4E74-950C-7CC7F67F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438525"/>
            <a:ext cx="33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E20618-A9A8-49E0-BFC5-EC793552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371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0F5A18-FC2B-454D-9B78-6AF1CC43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28875"/>
            <a:ext cx="2000250" cy="2095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8A464D-BC0B-48F9-A4D3-CFD98024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28875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A5F"/>
          </a:solidFill>
          <a:ln xmlns:a="http://schemas.openxmlformats.org/drawingml/2006/main" w="9525">
            <a:solidFill>
              <a:srgbClr val="163A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E89B77-5A39-40A1-B881-ED5412DB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9525">
            <a:solidFill>
              <a:srgbClr val="18A99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43FA54-B5B4-47EE-9A32-75F0AF55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7717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E1AA88-2833-45E7-B6FF-89043871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766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Google Sheet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71F39E-6152-487F-B82F-DC2B3D8F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9052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627384"/>
                </a:solidFill>
              </a:defRPr>
            </a:defPPr>
            <a:lvl1pPr>
              <a:defRPr sz="1050">
                <a:solidFill>
                  <a:srgbClr val="627384"/>
                </a:solidFill>
              </a:defRPr>
            </a:lvl1pPr>
            <a:lvl2pPr>
              <a:defRPr sz="1050">
                <a:solidFill>
                  <a:srgbClr val="627384"/>
                </a:solidFill>
              </a:defRPr>
            </a:lvl2pPr>
            <a:lvl3pPr>
              <a:defRPr sz="1050">
                <a:solidFill>
                  <a:srgbClr val="627384"/>
                </a:solidFill>
              </a:defRPr>
            </a:lvl3pPr>
            <a:lvl4pPr>
              <a:defRPr sz="1050">
                <a:solidFill>
                  <a:srgbClr val="627384"/>
                </a:solidFill>
              </a:defRPr>
            </a:lvl4pPr>
            <a:lvl5pPr>
              <a:defRPr sz="1050">
                <a:solidFill>
                  <a:srgbClr val="627384"/>
                </a:solidFill>
              </a:defRPr>
            </a:lvl5pPr>
            <a:lvl6pPr>
              <a:defRPr sz="1050">
                <a:solidFill>
                  <a:srgbClr val="627384"/>
                </a:solidFill>
              </a:defRPr>
            </a:lvl6pPr>
            <a:lvl7pPr>
              <a:defRPr sz="1050">
                <a:solidFill>
                  <a:srgbClr val="627384"/>
                </a:solidFill>
              </a:defRPr>
            </a:lvl7pPr>
            <a:lvl8pPr>
              <a:defRPr sz="1050">
                <a:solidFill>
                  <a:srgbClr val="627384"/>
                </a:solidFill>
              </a:defRPr>
            </a:lvl8pPr>
            <a:lvl9pPr>
              <a:defRPr sz="1050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050">
                <a:solidFill>
                  <a:srgbClr val="627384"/>
                </a:solidFill>
              </a:defRPr>
            </a:pPr>
            <a:r>
              <a:rPr sz="1050">
                <a:solidFill>
                  <a:srgbClr val="627384"/>
                </a:solidFill>
              </a:rPr>
              <a:t>TC별 Pass/Fail 기록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EC9B7C-D9B6-478E-8660-6BEFCDE4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38525"/>
            <a:ext cx="33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441A8A-CDB2-4177-B568-51F0BCFC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71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B430C6-EFC9-46F2-BCE6-9422BB78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2000250" cy="2095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7F829F-2590-487C-8F86-2D5EC9BA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28875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9525">
            <a:solidFill>
              <a:srgbClr val="F4A26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DE0034-45D7-4346-A4DF-463F01B0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9525">
            <a:solidFill>
              <a:srgbClr val="F4A26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E04640-21F5-4272-94BE-32237676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717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E09E7C-4DFD-476E-B34E-AB33A1A5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4766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Jira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A52A77-60C9-43B2-A2F8-77A1A140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9052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627384"/>
                </a:solidFill>
              </a:defRPr>
            </a:defPPr>
            <a:lvl1pPr>
              <a:defRPr sz="1050">
                <a:solidFill>
                  <a:srgbClr val="627384"/>
                </a:solidFill>
              </a:defRPr>
            </a:lvl1pPr>
            <a:lvl2pPr>
              <a:defRPr sz="1050">
                <a:solidFill>
                  <a:srgbClr val="627384"/>
                </a:solidFill>
              </a:defRPr>
            </a:lvl2pPr>
            <a:lvl3pPr>
              <a:defRPr sz="1050">
                <a:solidFill>
                  <a:srgbClr val="627384"/>
                </a:solidFill>
              </a:defRPr>
            </a:lvl3pPr>
            <a:lvl4pPr>
              <a:defRPr sz="1050">
                <a:solidFill>
                  <a:srgbClr val="627384"/>
                </a:solidFill>
              </a:defRPr>
            </a:lvl4pPr>
            <a:lvl5pPr>
              <a:defRPr sz="1050">
                <a:solidFill>
                  <a:srgbClr val="627384"/>
                </a:solidFill>
              </a:defRPr>
            </a:lvl5pPr>
            <a:lvl6pPr>
              <a:defRPr sz="1050">
                <a:solidFill>
                  <a:srgbClr val="627384"/>
                </a:solidFill>
              </a:defRPr>
            </a:lvl6pPr>
            <a:lvl7pPr>
              <a:defRPr sz="1050">
                <a:solidFill>
                  <a:srgbClr val="627384"/>
                </a:solidFill>
              </a:defRPr>
            </a:lvl7pPr>
            <a:lvl8pPr>
              <a:defRPr sz="1050">
                <a:solidFill>
                  <a:srgbClr val="627384"/>
                </a:solidFill>
              </a:defRPr>
            </a:lvl8pPr>
            <a:lvl9pPr>
              <a:defRPr sz="1050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050">
                <a:solidFill>
                  <a:srgbClr val="627384"/>
                </a:solidFill>
              </a:defRPr>
            </a:pPr>
            <a:r>
              <a:rPr sz="1050">
                <a:solidFill>
                  <a:srgbClr val="627384"/>
                </a:solidFill>
              </a:rPr>
              <a:t>실패 시 이슈 생성·댓글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00B39C-C290-4171-B8AF-082F6AB2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438525"/>
            <a:ext cx="33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EEB174-A5AB-4E4C-AA0D-2F1F49B4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371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9413D9-DC2D-40BE-B44A-516D9F26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28875"/>
            <a:ext cx="2000250" cy="2095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D61518-42E8-4E67-B9C6-35129135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28875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A5F"/>
          </a:solidFill>
          <a:ln xmlns:a="http://schemas.openxmlformats.org/drawingml/2006/main" w="9525">
            <a:solidFill>
              <a:srgbClr val="163A5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2B23B8-FE76-4623-84BA-C15CE8EF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9525">
            <a:solidFill>
              <a:srgbClr val="18A99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35F71A-F6A1-4CE5-82D4-BC407B9C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27717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7915A1-C86C-4561-A2BB-A02F2299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766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Slack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8C1005-6C30-4CBD-8861-92EF00F6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9052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627384"/>
                </a:solidFill>
              </a:defRPr>
            </a:defPPr>
            <a:lvl1pPr>
              <a:defRPr sz="1050">
                <a:solidFill>
                  <a:srgbClr val="627384"/>
                </a:solidFill>
              </a:defRPr>
            </a:lvl1pPr>
            <a:lvl2pPr>
              <a:defRPr sz="1050">
                <a:solidFill>
                  <a:srgbClr val="627384"/>
                </a:solidFill>
              </a:defRPr>
            </a:lvl2pPr>
            <a:lvl3pPr>
              <a:defRPr sz="1050">
                <a:solidFill>
                  <a:srgbClr val="627384"/>
                </a:solidFill>
              </a:defRPr>
            </a:lvl3pPr>
            <a:lvl4pPr>
              <a:defRPr sz="1050">
                <a:solidFill>
                  <a:srgbClr val="627384"/>
                </a:solidFill>
              </a:defRPr>
            </a:lvl4pPr>
            <a:lvl5pPr>
              <a:defRPr sz="1050">
                <a:solidFill>
                  <a:srgbClr val="627384"/>
                </a:solidFill>
              </a:defRPr>
            </a:lvl5pPr>
            <a:lvl6pPr>
              <a:defRPr sz="1050">
                <a:solidFill>
                  <a:srgbClr val="627384"/>
                </a:solidFill>
              </a:defRPr>
            </a:lvl6pPr>
            <a:lvl7pPr>
              <a:defRPr sz="1050">
                <a:solidFill>
                  <a:srgbClr val="627384"/>
                </a:solidFill>
              </a:defRPr>
            </a:lvl7pPr>
            <a:lvl8pPr>
              <a:defRPr sz="1050">
                <a:solidFill>
                  <a:srgbClr val="627384"/>
                </a:solidFill>
              </a:defRPr>
            </a:lvl8pPr>
            <a:lvl9pPr>
              <a:defRPr sz="1050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050">
                <a:solidFill>
                  <a:srgbClr val="627384"/>
                </a:solidFill>
              </a:defRPr>
            </a:pPr>
            <a:r>
              <a:rPr sz="1050">
                <a:solidFill>
                  <a:srgbClr val="627384"/>
                </a:solidFill>
              </a:rPr>
              <a:t>매 실행 요약 알림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8B22EA-BAAB-4AD8-86B5-B5B2A576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14900"/>
            <a:ext cx="7048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DF5F1"/>
          </a:solidFill>
          <a:ln xmlns:a="http://schemas.openxmlformats.org/drawingml/2006/main" w="9525">
            <a:solidFill>
              <a:srgbClr val="DDF5F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F497F2-36A8-464C-A422-2F721B25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863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성공과 실패 모두 Slack 알림 · 실패만 Jira 결함 관리로 연결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E6DA4A-F95C-4581-9D96-9E82A0E1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02ED91-2CA9-41F2-B3E8-59876FC7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627384"/>
                </a:solidFill>
              </a:defRPr>
            </a:defPPr>
            <a:lvl1pPr>
              <a:defRPr sz="825">
                <a:solidFill>
                  <a:srgbClr val="627384"/>
                </a:solidFill>
              </a:defRPr>
            </a:lvl1pPr>
            <a:lvl2pPr>
              <a:defRPr sz="825">
                <a:solidFill>
                  <a:srgbClr val="627384"/>
                </a:solidFill>
              </a:defRPr>
            </a:lvl2pPr>
            <a:lvl3pPr>
              <a:defRPr sz="825">
                <a:solidFill>
                  <a:srgbClr val="627384"/>
                </a:solidFill>
              </a:defRPr>
            </a:lvl3pPr>
            <a:lvl4pPr>
              <a:defRPr sz="825">
                <a:solidFill>
                  <a:srgbClr val="627384"/>
                </a:solidFill>
              </a:defRPr>
            </a:lvl4pPr>
            <a:lvl5pPr>
              <a:defRPr sz="825">
                <a:solidFill>
                  <a:srgbClr val="627384"/>
                </a:solidFill>
              </a:defRPr>
            </a:lvl5pPr>
            <a:lvl6pPr>
              <a:defRPr sz="825">
                <a:solidFill>
                  <a:srgbClr val="627384"/>
                </a:solidFill>
              </a:defRPr>
            </a:lvl6pPr>
            <a:lvl7pPr>
              <a:defRPr sz="825">
                <a:solidFill>
                  <a:srgbClr val="627384"/>
                </a:solidFill>
              </a:defRPr>
            </a:lvl7pPr>
            <a:lvl8pPr>
              <a:defRPr sz="825">
                <a:solidFill>
                  <a:srgbClr val="627384"/>
                </a:solidFill>
              </a:defRPr>
            </a:lvl8pPr>
            <a:lvl9pPr>
              <a:defRPr sz="825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825">
                <a:solidFill>
                  <a:srgbClr val="627384"/>
                </a:solidFill>
              </a:defRPr>
            </a:pPr>
            <a:r>
              <a:rPr sz="825">
                <a:solidFill>
                  <a:srgbClr val="627384"/>
                </a:solidFill>
              </a:rPr>
              <a:t>Bomber QA Automation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859703-D170-4859-9A4B-F024F5D2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722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384"/>
                </a:solidFill>
              </a:defRPr>
            </a:defPPr>
            <a:lvl1pPr>
              <a:defRPr sz="825" b="1">
                <a:solidFill>
                  <a:srgbClr val="627384"/>
                </a:solidFill>
              </a:defRPr>
            </a:lvl1pPr>
            <a:lvl2pPr>
              <a:defRPr sz="825" b="1">
                <a:solidFill>
                  <a:srgbClr val="627384"/>
                </a:solidFill>
              </a:defRPr>
            </a:lvl2pPr>
            <a:lvl3pPr>
              <a:defRPr sz="825" b="1">
                <a:solidFill>
                  <a:srgbClr val="627384"/>
                </a:solidFill>
              </a:defRPr>
            </a:lvl3pPr>
            <a:lvl4pPr>
              <a:defRPr sz="825" b="1">
                <a:solidFill>
                  <a:srgbClr val="627384"/>
                </a:solidFill>
              </a:defRPr>
            </a:lvl4pPr>
            <a:lvl5pPr>
              <a:defRPr sz="825" b="1">
                <a:solidFill>
                  <a:srgbClr val="627384"/>
                </a:solidFill>
              </a:defRPr>
            </a:lvl5pPr>
            <a:lvl6pPr>
              <a:defRPr sz="825" b="1">
                <a:solidFill>
                  <a:srgbClr val="627384"/>
                </a:solidFill>
              </a:defRPr>
            </a:lvl6pPr>
            <a:lvl7pPr>
              <a:defRPr sz="825" b="1">
                <a:solidFill>
                  <a:srgbClr val="627384"/>
                </a:solidFill>
              </a:defRPr>
            </a:lvl7pPr>
            <a:lvl8pPr>
              <a:defRPr sz="825" b="1">
                <a:solidFill>
                  <a:srgbClr val="627384"/>
                </a:solidFill>
              </a:defRPr>
            </a:lvl8pPr>
            <a:lvl9pPr>
              <a:defRPr sz="825" b="1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27384"/>
                </a:solidFill>
              </a:defRPr>
            </a:pPr>
            <a:r>
              <a:rPr sz="825" b="1">
                <a:solidFill>
                  <a:srgbClr val="627384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009358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576124-D70D-4426-BB1D-B96B45FF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8A999"/>
                </a:solidFill>
              </a:defRPr>
            </a:defPPr>
            <a:lvl1pPr>
              <a:defRPr sz="975" b="1">
                <a:solidFill>
                  <a:srgbClr val="18A999"/>
                </a:solidFill>
              </a:defRPr>
            </a:lvl1pPr>
            <a:lvl2pPr>
              <a:defRPr sz="975" b="1">
                <a:solidFill>
                  <a:srgbClr val="18A999"/>
                </a:solidFill>
              </a:defRPr>
            </a:lvl2pPr>
            <a:lvl3pPr>
              <a:defRPr sz="975" b="1">
                <a:solidFill>
                  <a:srgbClr val="18A999"/>
                </a:solidFill>
              </a:defRPr>
            </a:lvl3pPr>
            <a:lvl4pPr>
              <a:defRPr sz="975" b="1">
                <a:solidFill>
                  <a:srgbClr val="18A999"/>
                </a:solidFill>
              </a:defRPr>
            </a:lvl4pPr>
            <a:lvl5pPr>
              <a:defRPr sz="975" b="1">
                <a:solidFill>
                  <a:srgbClr val="18A999"/>
                </a:solidFill>
              </a:defRPr>
            </a:lvl5pPr>
            <a:lvl6pPr>
              <a:defRPr sz="975" b="1">
                <a:solidFill>
                  <a:srgbClr val="18A999"/>
                </a:solidFill>
              </a:defRPr>
            </a:lvl6pPr>
            <a:lvl7pPr>
              <a:defRPr sz="975" b="1">
                <a:solidFill>
                  <a:srgbClr val="18A999"/>
                </a:solidFill>
              </a:defRPr>
            </a:lvl7pPr>
            <a:lvl8pPr>
              <a:defRPr sz="975" b="1">
                <a:solidFill>
                  <a:srgbClr val="18A999"/>
                </a:solidFill>
              </a:defRPr>
            </a:lvl8pPr>
            <a:lvl9pPr>
              <a:defRPr sz="975" b="1">
                <a:solidFill>
                  <a:srgbClr val="18A99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05 · TEST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7FC4D-5DC9-463C-9284-7041BD7C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A43"/>
                </a:solidFill>
              </a:defRPr>
            </a:defPPr>
            <a:lvl1pPr>
              <a:defRPr sz="2850" b="1">
                <a:solidFill>
                  <a:srgbClr val="102A43"/>
                </a:solidFill>
              </a:defRPr>
            </a:lvl1pPr>
            <a:lvl2pPr>
              <a:defRPr sz="2850" b="1">
                <a:solidFill>
                  <a:srgbClr val="102A43"/>
                </a:solidFill>
              </a:defRPr>
            </a:lvl2pPr>
            <a:lvl3pPr>
              <a:defRPr sz="2850" b="1">
                <a:solidFill>
                  <a:srgbClr val="102A43"/>
                </a:solidFill>
              </a:defRPr>
            </a:lvl3pPr>
            <a:lvl4pPr>
              <a:defRPr sz="2850" b="1">
                <a:solidFill>
                  <a:srgbClr val="102A43"/>
                </a:solidFill>
              </a:defRPr>
            </a:lvl4pPr>
            <a:lvl5pPr>
              <a:defRPr sz="2850" b="1">
                <a:solidFill>
                  <a:srgbClr val="102A43"/>
                </a:solidFill>
              </a:defRPr>
            </a:lvl5pPr>
            <a:lvl6pPr>
              <a:defRPr sz="2850" b="1">
                <a:solidFill>
                  <a:srgbClr val="102A43"/>
                </a:solidFill>
              </a:defRPr>
            </a:lvl6pPr>
            <a:lvl7pPr>
              <a:defRPr sz="2850" b="1">
                <a:solidFill>
                  <a:srgbClr val="102A43"/>
                </a:solidFill>
              </a:defRPr>
            </a:lvl7pPr>
            <a:lvl8pPr>
              <a:defRPr sz="2850" b="1">
                <a:solidFill>
                  <a:srgbClr val="102A43"/>
                </a:solidFill>
              </a:defRPr>
            </a:lvl8pPr>
            <a:lvl9pPr>
              <a:defRPr sz="28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대표 테스트로 확인한 핵심 품질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BC205-826B-4443-885C-B3CE5024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27384"/>
                </a:solidFill>
              </a:defRPr>
            </a:defPPr>
            <a:lvl1pPr>
              <a:defRPr sz="1350">
                <a:solidFill>
                  <a:srgbClr val="627384"/>
                </a:solidFill>
              </a:defRPr>
            </a:lvl1pPr>
            <a:lvl2pPr>
              <a:defRPr sz="1350">
                <a:solidFill>
                  <a:srgbClr val="627384"/>
                </a:solidFill>
              </a:defRPr>
            </a:lvl2pPr>
            <a:lvl3pPr>
              <a:defRPr sz="1350">
                <a:solidFill>
                  <a:srgbClr val="627384"/>
                </a:solidFill>
              </a:defRPr>
            </a:lvl3pPr>
            <a:lvl4pPr>
              <a:defRPr sz="1350">
                <a:solidFill>
                  <a:srgbClr val="627384"/>
                </a:solidFill>
              </a:defRPr>
            </a:lvl4pPr>
            <a:lvl5pPr>
              <a:defRPr sz="1350">
                <a:solidFill>
                  <a:srgbClr val="627384"/>
                </a:solidFill>
              </a:defRPr>
            </a:lvl5pPr>
            <a:lvl6pPr>
              <a:defRPr sz="1350">
                <a:solidFill>
                  <a:srgbClr val="627384"/>
                </a:solidFill>
              </a:defRPr>
            </a:lvl6pPr>
            <a:lvl7pPr>
              <a:defRPr sz="1350">
                <a:solidFill>
                  <a:srgbClr val="627384"/>
                </a:solidFill>
              </a:defRPr>
            </a:lvl7pPr>
            <a:lvl8pPr>
              <a:defRPr sz="1350">
                <a:solidFill>
                  <a:srgbClr val="627384"/>
                </a:solidFill>
              </a:defRPr>
            </a:lvl8pPr>
            <a:lvl9pPr>
              <a:defRPr sz="1350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627384"/>
                </a:solidFill>
              </a:defRPr>
            </a:pPr>
            <a:r>
              <a:rPr sz="1350">
                <a:solidFill>
                  <a:srgbClr val="627384"/>
                </a:solidFill>
              </a:rPr>
              <a:t>기능 자체, 기능 연결, 실제 게임 흐름을 서로 다른 관점에서 검증합니다.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079C1-A46A-437F-9456-DCA01BE2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40FFD-31F8-4624-9E09-40E7985C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A5F"/>
          </a:solidFill>
          <a:ln xmlns:a="http://schemas.openxmlformats.org/drawingml/2006/main" w="9525">
            <a:solidFill>
              <a:srgbClr val="163A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E09F6-CB8A-48E6-A5B5-9442DD46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1"/>
          </a:solidFill>
          <a:ln xmlns:a="http://schemas.openxmlformats.org/drawingml/2006/main" w="9525">
            <a:solidFill>
              <a:srgbClr val="DDF5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0C08B-45E6-4912-AF36-CD46708C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3A5F"/>
                </a:solidFill>
              </a:defRPr>
            </a:defPPr>
            <a:lvl1pPr>
              <a:defRPr sz="975" b="1">
                <a:solidFill>
                  <a:srgbClr val="163A5F"/>
                </a:solidFill>
              </a:defRPr>
            </a:lvl1pPr>
            <a:lvl2pPr>
              <a:defRPr sz="975" b="1">
                <a:solidFill>
                  <a:srgbClr val="163A5F"/>
                </a:solidFill>
              </a:defRPr>
            </a:lvl2pPr>
            <a:lvl3pPr>
              <a:defRPr sz="975" b="1">
                <a:solidFill>
                  <a:srgbClr val="163A5F"/>
                </a:solidFill>
              </a:defRPr>
            </a:lvl3pPr>
            <a:lvl4pPr>
              <a:defRPr sz="975" b="1">
                <a:solidFill>
                  <a:srgbClr val="163A5F"/>
                </a:solidFill>
              </a:defRPr>
            </a:lvl4pPr>
            <a:lvl5pPr>
              <a:defRPr sz="975" b="1">
                <a:solidFill>
                  <a:srgbClr val="163A5F"/>
                </a:solidFill>
              </a:defRPr>
            </a:lvl5pPr>
            <a:lvl6pPr>
              <a:defRPr sz="975" b="1">
                <a:solidFill>
                  <a:srgbClr val="163A5F"/>
                </a:solidFill>
              </a:defRPr>
            </a:lvl6pPr>
            <a:lvl7pPr>
              <a:defRPr sz="975" b="1">
                <a:solidFill>
                  <a:srgbClr val="163A5F"/>
                </a:solidFill>
              </a:defRPr>
            </a:lvl7pPr>
            <a:lvl8pPr>
              <a:defRPr sz="975" b="1">
                <a:solidFill>
                  <a:srgbClr val="163A5F"/>
                </a:solidFill>
              </a:defRPr>
            </a:lvl8pPr>
            <a:lvl9pPr>
              <a:defRPr sz="975" b="1">
                <a:solidFill>
                  <a:srgbClr val="163A5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3A5F"/>
                </a:solidFill>
              </a:defRPr>
            </a:pPr>
            <a:r>
              <a:rPr sz="975" b="1">
                <a:solidFill>
                  <a:srgbClr val="163A5F"/>
                </a:solidFill>
              </a:rPr>
              <a:t>UNIT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0772C3-65DB-4E9B-ACDA-53A918C0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A43"/>
                </a:solidFill>
              </a:defRPr>
            </a:defPPr>
            <a:lvl1pPr>
              <a:defRPr sz="1800" b="1">
                <a:solidFill>
                  <a:srgbClr val="102A43"/>
                </a:solidFill>
              </a:defRPr>
            </a:lvl1pPr>
            <a:lvl2pPr>
              <a:defRPr sz="1800" b="1">
                <a:solidFill>
                  <a:srgbClr val="102A43"/>
                </a:solidFill>
              </a:defRPr>
            </a:lvl2pPr>
            <a:lvl3pPr>
              <a:defRPr sz="1800" b="1">
                <a:solidFill>
                  <a:srgbClr val="102A43"/>
                </a:solidFill>
              </a:defRPr>
            </a:lvl3pPr>
            <a:lvl4pPr>
              <a:defRPr sz="1800" b="1">
                <a:solidFill>
                  <a:srgbClr val="102A43"/>
                </a:solidFill>
              </a:defRPr>
            </a:lvl4pPr>
            <a:lvl5pPr>
              <a:defRPr sz="1800" b="1">
                <a:solidFill>
                  <a:srgbClr val="102A43"/>
                </a:solidFill>
              </a:defRPr>
            </a:lvl5pPr>
            <a:lvl6pPr>
              <a:defRPr sz="1800" b="1">
                <a:solidFill>
                  <a:srgbClr val="102A43"/>
                </a:solidFill>
              </a:defRPr>
            </a:lvl6pPr>
            <a:lvl7pPr>
              <a:defRPr sz="1800" b="1">
                <a:solidFill>
                  <a:srgbClr val="102A43"/>
                </a:solidFill>
              </a:defRPr>
            </a:lvl7pPr>
            <a:lvl8pPr>
              <a:defRPr sz="1800" b="1">
                <a:solidFill>
                  <a:srgbClr val="102A43"/>
                </a:solidFill>
              </a:defRPr>
            </a:lvl8pPr>
            <a:lvl9pPr>
              <a:defRPr sz="18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셀 연산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B916B7-F480-4729-B92C-E4C4956F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2876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627384"/>
                </a:solidFill>
              </a:defRPr>
            </a:defPPr>
            <a:lvl1pPr>
              <a:defRPr sz="1275">
                <a:solidFill>
                  <a:srgbClr val="627384"/>
                </a:solidFill>
              </a:defRPr>
            </a:lvl1pPr>
            <a:lvl2pPr>
              <a:defRPr sz="1275">
                <a:solidFill>
                  <a:srgbClr val="627384"/>
                </a:solidFill>
              </a:defRPr>
            </a:lvl2pPr>
            <a:lvl3pPr>
              <a:defRPr sz="1275">
                <a:solidFill>
                  <a:srgbClr val="627384"/>
                </a:solidFill>
              </a:defRPr>
            </a:lvl3pPr>
            <a:lvl4pPr>
              <a:defRPr sz="1275">
                <a:solidFill>
                  <a:srgbClr val="627384"/>
                </a:solidFill>
              </a:defRPr>
            </a:lvl4pPr>
            <a:lvl5pPr>
              <a:defRPr sz="1275">
                <a:solidFill>
                  <a:srgbClr val="627384"/>
                </a:solidFill>
              </a:defRPr>
            </a:lvl5pPr>
            <a:lvl6pPr>
              <a:defRPr sz="1275">
                <a:solidFill>
                  <a:srgbClr val="627384"/>
                </a:solidFill>
              </a:defRPr>
            </a:lvl6pPr>
            <a:lvl7pPr>
              <a:defRPr sz="1275">
                <a:solidFill>
                  <a:srgbClr val="627384"/>
                </a:solidFill>
              </a:defRPr>
            </a:lvl7pPr>
            <a:lvl8pPr>
              <a:defRPr sz="1275">
                <a:solidFill>
                  <a:srgbClr val="627384"/>
                </a:solidFill>
              </a:defRPr>
            </a:lvl8pPr>
            <a:lvl9pPr>
              <a:defRPr sz="1275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627384"/>
                </a:solidFill>
              </a:defRPr>
            </a:pPr>
            <a:r>
              <a:rPr sz="1275">
                <a:solidFill>
                  <a:srgbClr val="627384"/>
                </a:solidFill>
              </a:rPr>
              <a:t>입력과 기대 좌표를 직접 비교해 계산 오류를 빠르게 격리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B8250-3023-48EF-8E52-32647F05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867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A5F"/>
                </a:solidFill>
              </a:defRPr>
            </a:defPPr>
            <a:lvl1pPr>
              <a:defRPr sz="1800" b="1">
                <a:solidFill>
                  <a:srgbClr val="163A5F"/>
                </a:solidFill>
              </a:defRPr>
            </a:lvl1pPr>
            <a:lvl2pPr>
              <a:defRPr sz="1800" b="1">
                <a:solidFill>
                  <a:srgbClr val="163A5F"/>
                </a:solidFill>
              </a:defRPr>
            </a:lvl2pPr>
            <a:lvl3pPr>
              <a:defRPr sz="1800" b="1">
                <a:solidFill>
                  <a:srgbClr val="163A5F"/>
                </a:solidFill>
              </a:defRPr>
            </a:lvl3pPr>
            <a:lvl4pPr>
              <a:defRPr sz="1800" b="1">
                <a:solidFill>
                  <a:srgbClr val="163A5F"/>
                </a:solidFill>
              </a:defRPr>
            </a:lvl4pPr>
            <a:lvl5pPr>
              <a:defRPr sz="1800" b="1">
                <a:solidFill>
                  <a:srgbClr val="163A5F"/>
                </a:solidFill>
              </a:defRPr>
            </a:lvl5pPr>
            <a:lvl6pPr>
              <a:defRPr sz="1800" b="1">
                <a:solidFill>
                  <a:srgbClr val="163A5F"/>
                </a:solidFill>
              </a:defRPr>
            </a:lvl6pPr>
            <a:lvl7pPr>
              <a:defRPr sz="1800" b="1">
                <a:solidFill>
                  <a:srgbClr val="163A5F"/>
                </a:solidFill>
              </a:defRPr>
            </a:lvl7pPr>
            <a:lvl8pPr>
              <a:defRPr sz="1800" b="1">
                <a:solidFill>
                  <a:srgbClr val="163A5F"/>
                </a:solidFill>
              </a:defRPr>
            </a:lvl8pPr>
            <a:lvl9pPr>
              <a:defRPr sz="1800" b="1">
                <a:solidFill>
                  <a:srgbClr val="163A5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63A5F"/>
                </a:solidFill>
              </a:defRPr>
            </a:pPr>
            <a:r>
              <a:rPr sz="1800" b="1">
                <a:solidFill>
                  <a:srgbClr val="163A5F"/>
                </a:solidFill>
              </a:rPr>
              <a:t>6 TC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2B7B8-E660-4B73-AF1E-2F4B93AB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574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77C9E-194D-43AD-8371-5B823150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574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9525">
            <a:solidFill>
              <a:srgbClr val="18A99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0E780-DAF8-48A3-8C91-7F357397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860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1"/>
          </a:solidFill>
          <a:ln xmlns:a="http://schemas.openxmlformats.org/drawingml/2006/main" w="9525">
            <a:solidFill>
              <a:srgbClr val="DDF5F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BF428-CFF9-4DDF-A3DC-62B692C7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24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8A999"/>
                </a:solidFill>
              </a:defRPr>
            </a:defPPr>
            <a:lvl1pPr>
              <a:defRPr sz="975" b="1">
                <a:solidFill>
                  <a:srgbClr val="18A999"/>
                </a:solidFill>
              </a:defRPr>
            </a:lvl1pPr>
            <a:lvl2pPr>
              <a:defRPr sz="975" b="1">
                <a:solidFill>
                  <a:srgbClr val="18A999"/>
                </a:solidFill>
              </a:defRPr>
            </a:lvl2pPr>
            <a:lvl3pPr>
              <a:defRPr sz="975" b="1">
                <a:solidFill>
                  <a:srgbClr val="18A999"/>
                </a:solidFill>
              </a:defRPr>
            </a:lvl3pPr>
            <a:lvl4pPr>
              <a:defRPr sz="975" b="1">
                <a:solidFill>
                  <a:srgbClr val="18A999"/>
                </a:solidFill>
              </a:defRPr>
            </a:lvl4pPr>
            <a:lvl5pPr>
              <a:defRPr sz="975" b="1">
                <a:solidFill>
                  <a:srgbClr val="18A999"/>
                </a:solidFill>
              </a:defRPr>
            </a:lvl5pPr>
            <a:lvl6pPr>
              <a:defRPr sz="975" b="1">
                <a:solidFill>
                  <a:srgbClr val="18A999"/>
                </a:solidFill>
              </a:defRPr>
            </a:lvl6pPr>
            <a:lvl7pPr>
              <a:defRPr sz="975" b="1">
                <a:solidFill>
                  <a:srgbClr val="18A999"/>
                </a:solidFill>
              </a:defRPr>
            </a:lvl7pPr>
            <a:lvl8pPr>
              <a:defRPr sz="975" b="1">
                <a:solidFill>
                  <a:srgbClr val="18A999"/>
                </a:solidFill>
              </a:defRPr>
            </a:lvl8pPr>
            <a:lvl9pPr>
              <a:defRPr sz="975" b="1">
                <a:solidFill>
                  <a:srgbClr val="18A99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INTEGRATION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448E34-EA24-427C-A37A-73FFCD7D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A43"/>
                </a:solidFill>
              </a:defRPr>
            </a:defPPr>
            <a:lvl1pPr>
              <a:defRPr sz="1800" b="1">
                <a:solidFill>
                  <a:srgbClr val="102A43"/>
                </a:solidFill>
              </a:defRPr>
            </a:lvl1pPr>
            <a:lvl2pPr>
              <a:defRPr sz="1800" b="1">
                <a:solidFill>
                  <a:srgbClr val="102A43"/>
                </a:solidFill>
              </a:defRPr>
            </a:lvl2pPr>
            <a:lvl3pPr>
              <a:defRPr sz="1800" b="1">
                <a:solidFill>
                  <a:srgbClr val="102A43"/>
                </a:solidFill>
              </a:defRPr>
            </a:lvl3pPr>
            <a:lvl4pPr>
              <a:defRPr sz="1800" b="1">
                <a:solidFill>
                  <a:srgbClr val="102A43"/>
                </a:solidFill>
              </a:defRPr>
            </a:lvl4pPr>
            <a:lvl5pPr>
              <a:defRPr sz="1800" b="1">
                <a:solidFill>
                  <a:srgbClr val="102A43"/>
                </a:solidFill>
              </a:defRPr>
            </a:lvl5pPr>
            <a:lvl6pPr>
              <a:defRPr sz="1800" b="1">
                <a:solidFill>
                  <a:srgbClr val="102A43"/>
                </a:solidFill>
              </a:defRPr>
            </a:lvl6pPr>
            <a:lvl7pPr>
              <a:defRPr sz="1800" b="1">
                <a:solidFill>
                  <a:srgbClr val="102A43"/>
                </a:solidFill>
              </a:defRPr>
            </a:lvl7pPr>
            <a:lvl8pPr>
              <a:defRPr sz="1800" b="1">
                <a:solidFill>
                  <a:srgbClr val="102A43"/>
                </a:solidFill>
              </a:defRPr>
            </a:lvl8pPr>
            <a:lvl9pPr>
              <a:defRPr sz="18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폭탄 설치 규칙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AAF630-E903-4035-93DC-12C8D997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52800"/>
            <a:ext cx="2876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627384"/>
                </a:solidFill>
              </a:defRPr>
            </a:defPPr>
            <a:lvl1pPr>
              <a:defRPr sz="1275">
                <a:solidFill>
                  <a:srgbClr val="627384"/>
                </a:solidFill>
              </a:defRPr>
            </a:lvl1pPr>
            <a:lvl2pPr>
              <a:defRPr sz="1275">
                <a:solidFill>
                  <a:srgbClr val="627384"/>
                </a:solidFill>
              </a:defRPr>
            </a:lvl2pPr>
            <a:lvl3pPr>
              <a:defRPr sz="1275">
                <a:solidFill>
                  <a:srgbClr val="627384"/>
                </a:solidFill>
              </a:defRPr>
            </a:lvl3pPr>
            <a:lvl4pPr>
              <a:defRPr sz="1275">
                <a:solidFill>
                  <a:srgbClr val="627384"/>
                </a:solidFill>
              </a:defRPr>
            </a:lvl4pPr>
            <a:lvl5pPr>
              <a:defRPr sz="1275">
                <a:solidFill>
                  <a:srgbClr val="627384"/>
                </a:solidFill>
              </a:defRPr>
            </a:lvl5pPr>
            <a:lvl6pPr>
              <a:defRPr sz="1275">
                <a:solidFill>
                  <a:srgbClr val="627384"/>
                </a:solidFill>
              </a:defRPr>
            </a:lvl6pPr>
            <a:lvl7pPr>
              <a:defRPr sz="1275">
                <a:solidFill>
                  <a:srgbClr val="627384"/>
                </a:solidFill>
              </a:defRPr>
            </a:lvl7pPr>
            <a:lvl8pPr>
              <a:defRPr sz="1275">
                <a:solidFill>
                  <a:srgbClr val="627384"/>
                </a:solidFill>
              </a:defRPr>
            </a:lvl8pPr>
            <a:lvl9pPr>
              <a:defRPr sz="1275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627384"/>
                </a:solidFill>
              </a:defRPr>
            </a:pPr>
            <a:r>
              <a:rPr sz="1275">
                <a:solidFill>
                  <a:srgbClr val="627384"/>
                </a:solidFill>
              </a:rPr>
              <a:t>빈 셀에는 생성되고 벽·상자 점유 셀에는 생성되지 않는지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A78975-E489-4DA3-B4E7-5F0E84B4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3867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8A999"/>
                </a:solidFill>
              </a:defRPr>
            </a:defPPr>
            <a:lvl1pPr>
              <a:defRPr sz="1800" b="1">
                <a:solidFill>
                  <a:srgbClr val="18A999"/>
                </a:solidFill>
              </a:defRPr>
            </a:lvl1pPr>
            <a:lvl2pPr>
              <a:defRPr sz="1800" b="1">
                <a:solidFill>
                  <a:srgbClr val="18A999"/>
                </a:solidFill>
              </a:defRPr>
            </a:lvl2pPr>
            <a:lvl3pPr>
              <a:defRPr sz="1800" b="1">
                <a:solidFill>
                  <a:srgbClr val="18A999"/>
                </a:solidFill>
              </a:defRPr>
            </a:lvl3pPr>
            <a:lvl4pPr>
              <a:defRPr sz="1800" b="1">
                <a:solidFill>
                  <a:srgbClr val="18A999"/>
                </a:solidFill>
              </a:defRPr>
            </a:lvl4pPr>
            <a:lvl5pPr>
              <a:defRPr sz="1800" b="1">
                <a:solidFill>
                  <a:srgbClr val="18A999"/>
                </a:solidFill>
              </a:defRPr>
            </a:lvl5pPr>
            <a:lvl6pPr>
              <a:defRPr sz="1800" b="1">
                <a:solidFill>
                  <a:srgbClr val="18A999"/>
                </a:solidFill>
              </a:defRPr>
            </a:lvl6pPr>
            <a:lvl7pPr>
              <a:defRPr sz="1800" b="1">
                <a:solidFill>
                  <a:srgbClr val="18A999"/>
                </a:solidFill>
              </a:defRPr>
            </a:lvl7pPr>
            <a:lvl8pPr>
              <a:defRPr sz="1800" b="1">
                <a:solidFill>
                  <a:srgbClr val="18A999"/>
                </a:solidFill>
              </a:defRPr>
            </a:lvl8pPr>
            <a:lvl9pPr>
              <a:defRPr sz="1800" b="1">
                <a:solidFill>
                  <a:srgbClr val="18A999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8A999"/>
                </a:solidFill>
              </a:defRPr>
            </a:pPr>
            <a:r>
              <a:rPr sz="1800" b="1">
                <a:solidFill>
                  <a:srgbClr val="18A999"/>
                </a:solidFill>
              </a:rPr>
              <a:t>2 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994435-AA32-4FF3-A915-336B26B2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574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98B051-8D71-4520-9A04-94CCE6F4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574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9525">
            <a:solidFill>
              <a:srgbClr val="F4A26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A484DD-279C-4BFE-AA1D-48DC2ACC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3"/>
          </a:solidFill>
          <a:ln xmlns:a="http://schemas.openxmlformats.org/drawingml/2006/main" w="9525">
            <a:solidFill>
              <a:srgbClr val="FFF0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6D1563-786E-4C91-97A9-7CDF5229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24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4A261"/>
                </a:solidFill>
              </a:defRPr>
            </a:defPPr>
            <a:lvl1pPr>
              <a:defRPr sz="975" b="1">
                <a:solidFill>
                  <a:srgbClr val="F4A261"/>
                </a:solidFill>
              </a:defRPr>
            </a:lvl1pPr>
            <a:lvl2pPr>
              <a:defRPr sz="975" b="1">
                <a:solidFill>
                  <a:srgbClr val="F4A261"/>
                </a:solidFill>
              </a:defRPr>
            </a:lvl2pPr>
            <a:lvl3pPr>
              <a:defRPr sz="975" b="1">
                <a:solidFill>
                  <a:srgbClr val="F4A261"/>
                </a:solidFill>
              </a:defRPr>
            </a:lvl3pPr>
            <a:lvl4pPr>
              <a:defRPr sz="975" b="1">
                <a:solidFill>
                  <a:srgbClr val="F4A261"/>
                </a:solidFill>
              </a:defRPr>
            </a:lvl4pPr>
            <a:lvl5pPr>
              <a:defRPr sz="975" b="1">
                <a:solidFill>
                  <a:srgbClr val="F4A261"/>
                </a:solidFill>
              </a:defRPr>
            </a:lvl5pPr>
            <a:lvl6pPr>
              <a:defRPr sz="975" b="1">
                <a:solidFill>
                  <a:srgbClr val="F4A261"/>
                </a:solidFill>
              </a:defRPr>
            </a:lvl6pPr>
            <a:lvl7pPr>
              <a:defRPr sz="975" b="1">
                <a:solidFill>
                  <a:srgbClr val="F4A261"/>
                </a:solidFill>
              </a:defRPr>
            </a:lvl7pPr>
            <a:lvl8pPr>
              <a:defRPr sz="975" b="1">
                <a:solidFill>
                  <a:srgbClr val="F4A261"/>
                </a:solidFill>
              </a:defRPr>
            </a:lvl8pPr>
            <a:lvl9pPr>
              <a:defRPr sz="975" b="1">
                <a:solidFill>
                  <a:srgbClr val="F4A261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4A261"/>
                </a:solidFill>
              </a:defRPr>
            </a:pPr>
            <a:r>
              <a:rPr sz="975" b="1">
                <a:solidFill>
                  <a:srgbClr val="F4A261"/>
                </a:solidFill>
              </a:rPr>
              <a:t>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CCF0EB-7A4F-4FB0-83E3-DFAE9ED8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0035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A43"/>
                </a:solidFill>
              </a:defRPr>
            </a:defPPr>
            <a:lvl1pPr>
              <a:defRPr sz="1800" b="1">
                <a:solidFill>
                  <a:srgbClr val="102A43"/>
                </a:solidFill>
              </a:defRPr>
            </a:lvl1pPr>
            <a:lvl2pPr>
              <a:defRPr sz="1800" b="1">
                <a:solidFill>
                  <a:srgbClr val="102A43"/>
                </a:solidFill>
              </a:defRPr>
            </a:lvl2pPr>
            <a:lvl3pPr>
              <a:defRPr sz="1800" b="1">
                <a:solidFill>
                  <a:srgbClr val="102A43"/>
                </a:solidFill>
              </a:defRPr>
            </a:lvl3pPr>
            <a:lvl4pPr>
              <a:defRPr sz="1800" b="1">
                <a:solidFill>
                  <a:srgbClr val="102A43"/>
                </a:solidFill>
              </a:defRPr>
            </a:lvl4pPr>
            <a:lvl5pPr>
              <a:defRPr sz="1800" b="1">
                <a:solidFill>
                  <a:srgbClr val="102A43"/>
                </a:solidFill>
              </a:defRPr>
            </a:lvl5pPr>
            <a:lvl6pPr>
              <a:defRPr sz="1800" b="1">
                <a:solidFill>
                  <a:srgbClr val="102A43"/>
                </a:solidFill>
              </a:defRPr>
            </a:lvl6pPr>
            <a:lvl7pPr>
              <a:defRPr sz="1800" b="1">
                <a:solidFill>
                  <a:srgbClr val="102A43"/>
                </a:solidFill>
              </a:defRPr>
            </a:lvl7pPr>
            <a:lvl8pPr>
              <a:defRPr sz="1800" b="1">
                <a:solidFill>
                  <a:srgbClr val="102A43"/>
                </a:solidFill>
              </a:defRPr>
            </a:lvl8pPr>
            <a:lvl9pPr>
              <a:defRPr sz="18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생명주기·복구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DFCB40-07B9-47DE-931F-02AB5895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2876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627384"/>
                </a:solidFill>
              </a:defRPr>
            </a:defPPr>
            <a:lvl1pPr>
              <a:defRPr sz="1275">
                <a:solidFill>
                  <a:srgbClr val="627384"/>
                </a:solidFill>
              </a:defRPr>
            </a:lvl1pPr>
            <a:lvl2pPr>
              <a:defRPr sz="1275">
                <a:solidFill>
                  <a:srgbClr val="627384"/>
                </a:solidFill>
              </a:defRPr>
            </a:lvl2pPr>
            <a:lvl3pPr>
              <a:defRPr sz="1275">
                <a:solidFill>
                  <a:srgbClr val="627384"/>
                </a:solidFill>
              </a:defRPr>
            </a:lvl3pPr>
            <a:lvl4pPr>
              <a:defRPr sz="1275">
                <a:solidFill>
                  <a:srgbClr val="627384"/>
                </a:solidFill>
              </a:defRPr>
            </a:lvl4pPr>
            <a:lvl5pPr>
              <a:defRPr sz="1275">
                <a:solidFill>
                  <a:srgbClr val="627384"/>
                </a:solidFill>
              </a:defRPr>
            </a:lvl5pPr>
            <a:lvl6pPr>
              <a:defRPr sz="1275">
                <a:solidFill>
                  <a:srgbClr val="627384"/>
                </a:solidFill>
              </a:defRPr>
            </a:lvl6pPr>
            <a:lvl7pPr>
              <a:defRPr sz="1275">
                <a:solidFill>
                  <a:srgbClr val="627384"/>
                </a:solidFill>
              </a:defRPr>
            </a:lvl7pPr>
            <a:lvl8pPr>
              <a:defRPr sz="1275">
                <a:solidFill>
                  <a:srgbClr val="627384"/>
                </a:solidFill>
              </a:defRPr>
            </a:lvl8pPr>
            <a:lvl9pPr>
              <a:defRPr sz="1275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627384"/>
                </a:solidFill>
              </a:defRPr>
            </a:pPr>
            <a:r>
              <a:rPr sz="1275">
                <a:solidFill>
                  <a:srgbClr val="627384"/>
                </a:solidFill>
              </a:rPr>
              <a:t>폭탄 생성→폭발→제거와 다중 부하 후 정상 기능 복구를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56DB8D-0879-4195-BE48-78506DBC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3867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4A261"/>
                </a:solidFill>
              </a:defRPr>
            </a:defPPr>
            <a:lvl1pPr>
              <a:defRPr sz="1800" b="1">
                <a:solidFill>
                  <a:srgbClr val="F4A261"/>
                </a:solidFill>
              </a:defRPr>
            </a:lvl1pPr>
            <a:lvl2pPr>
              <a:defRPr sz="1800" b="1">
                <a:solidFill>
                  <a:srgbClr val="F4A261"/>
                </a:solidFill>
              </a:defRPr>
            </a:lvl2pPr>
            <a:lvl3pPr>
              <a:defRPr sz="1800" b="1">
                <a:solidFill>
                  <a:srgbClr val="F4A261"/>
                </a:solidFill>
              </a:defRPr>
            </a:lvl3pPr>
            <a:lvl4pPr>
              <a:defRPr sz="1800" b="1">
                <a:solidFill>
                  <a:srgbClr val="F4A261"/>
                </a:solidFill>
              </a:defRPr>
            </a:lvl4pPr>
            <a:lvl5pPr>
              <a:defRPr sz="1800" b="1">
                <a:solidFill>
                  <a:srgbClr val="F4A261"/>
                </a:solidFill>
              </a:defRPr>
            </a:lvl5pPr>
            <a:lvl6pPr>
              <a:defRPr sz="1800" b="1">
                <a:solidFill>
                  <a:srgbClr val="F4A261"/>
                </a:solidFill>
              </a:defRPr>
            </a:lvl6pPr>
            <a:lvl7pPr>
              <a:defRPr sz="1800" b="1">
                <a:solidFill>
                  <a:srgbClr val="F4A261"/>
                </a:solidFill>
              </a:defRPr>
            </a:lvl7pPr>
            <a:lvl8pPr>
              <a:defRPr sz="1800" b="1">
                <a:solidFill>
                  <a:srgbClr val="F4A261"/>
                </a:solidFill>
              </a:defRPr>
            </a:lvl8pPr>
            <a:lvl9pPr>
              <a:defRPr sz="1800" b="1">
                <a:solidFill>
                  <a:srgbClr val="F4A261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4A261"/>
                </a:solidFill>
              </a:defRPr>
            </a:pPr>
            <a:r>
              <a:rPr sz="1800" b="1">
                <a:solidFill>
                  <a:srgbClr val="F4A261"/>
                </a:solidFill>
              </a:rPr>
              <a:t>5 PASS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079ECF-2BFF-4177-9CDF-C1C54CA7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884D02-794F-46FC-9CA9-02F5A93E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627384"/>
                </a:solidFill>
              </a:defRPr>
            </a:defPPr>
            <a:lvl1pPr>
              <a:defRPr sz="825">
                <a:solidFill>
                  <a:srgbClr val="627384"/>
                </a:solidFill>
              </a:defRPr>
            </a:lvl1pPr>
            <a:lvl2pPr>
              <a:defRPr sz="825">
                <a:solidFill>
                  <a:srgbClr val="627384"/>
                </a:solidFill>
              </a:defRPr>
            </a:lvl2pPr>
            <a:lvl3pPr>
              <a:defRPr sz="825">
                <a:solidFill>
                  <a:srgbClr val="627384"/>
                </a:solidFill>
              </a:defRPr>
            </a:lvl3pPr>
            <a:lvl4pPr>
              <a:defRPr sz="825">
                <a:solidFill>
                  <a:srgbClr val="627384"/>
                </a:solidFill>
              </a:defRPr>
            </a:lvl4pPr>
            <a:lvl5pPr>
              <a:defRPr sz="825">
                <a:solidFill>
                  <a:srgbClr val="627384"/>
                </a:solidFill>
              </a:defRPr>
            </a:lvl5pPr>
            <a:lvl6pPr>
              <a:defRPr sz="825">
                <a:solidFill>
                  <a:srgbClr val="627384"/>
                </a:solidFill>
              </a:defRPr>
            </a:lvl6pPr>
            <a:lvl7pPr>
              <a:defRPr sz="825">
                <a:solidFill>
                  <a:srgbClr val="627384"/>
                </a:solidFill>
              </a:defRPr>
            </a:lvl7pPr>
            <a:lvl8pPr>
              <a:defRPr sz="825">
                <a:solidFill>
                  <a:srgbClr val="627384"/>
                </a:solidFill>
              </a:defRPr>
            </a:lvl8pPr>
            <a:lvl9pPr>
              <a:defRPr sz="825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825">
                <a:solidFill>
                  <a:srgbClr val="627384"/>
                </a:solidFill>
              </a:defRPr>
            </a:pPr>
            <a:r>
              <a:rPr sz="825">
                <a:solidFill>
                  <a:srgbClr val="627384"/>
                </a:solidFill>
              </a:rPr>
              <a:t>Bomber QA Automation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7C5F5D-8DE2-4530-9EA4-D1AA0C13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722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384"/>
                </a:solidFill>
              </a:defRPr>
            </a:defPPr>
            <a:lvl1pPr>
              <a:defRPr sz="825" b="1">
                <a:solidFill>
                  <a:srgbClr val="627384"/>
                </a:solidFill>
              </a:defRPr>
            </a:lvl1pPr>
            <a:lvl2pPr>
              <a:defRPr sz="825" b="1">
                <a:solidFill>
                  <a:srgbClr val="627384"/>
                </a:solidFill>
              </a:defRPr>
            </a:lvl2pPr>
            <a:lvl3pPr>
              <a:defRPr sz="825" b="1">
                <a:solidFill>
                  <a:srgbClr val="627384"/>
                </a:solidFill>
              </a:defRPr>
            </a:lvl3pPr>
            <a:lvl4pPr>
              <a:defRPr sz="825" b="1">
                <a:solidFill>
                  <a:srgbClr val="627384"/>
                </a:solidFill>
              </a:defRPr>
            </a:lvl4pPr>
            <a:lvl5pPr>
              <a:defRPr sz="825" b="1">
                <a:solidFill>
                  <a:srgbClr val="627384"/>
                </a:solidFill>
              </a:defRPr>
            </a:lvl5pPr>
            <a:lvl6pPr>
              <a:defRPr sz="825" b="1">
                <a:solidFill>
                  <a:srgbClr val="627384"/>
                </a:solidFill>
              </a:defRPr>
            </a:lvl6pPr>
            <a:lvl7pPr>
              <a:defRPr sz="825" b="1">
                <a:solidFill>
                  <a:srgbClr val="627384"/>
                </a:solidFill>
              </a:defRPr>
            </a:lvl7pPr>
            <a:lvl8pPr>
              <a:defRPr sz="825" b="1">
                <a:solidFill>
                  <a:srgbClr val="627384"/>
                </a:solidFill>
              </a:defRPr>
            </a:lvl8pPr>
            <a:lvl9pPr>
              <a:defRPr sz="825" b="1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27384"/>
                </a:solidFill>
              </a:defRPr>
            </a:pPr>
            <a:r>
              <a:rPr sz="825" b="1">
                <a:solidFill>
                  <a:srgbClr val="627384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73776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00CBA7-6C83-4505-9909-19626AD9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8A999"/>
                </a:solidFill>
              </a:defRPr>
            </a:defPPr>
            <a:lvl1pPr>
              <a:defRPr sz="975" b="1">
                <a:solidFill>
                  <a:srgbClr val="18A999"/>
                </a:solidFill>
              </a:defRPr>
            </a:lvl1pPr>
            <a:lvl2pPr>
              <a:defRPr sz="975" b="1">
                <a:solidFill>
                  <a:srgbClr val="18A999"/>
                </a:solidFill>
              </a:defRPr>
            </a:lvl2pPr>
            <a:lvl3pPr>
              <a:defRPr sz="975" b="1">
                <a:solidFill>
                  <a:srgbClr val="18A999"/>
                </a:solidFill>
              </a:defRPr>
            </a:lvl3pPr>
            <a:lvl4pPr>
              <a:defRPr sz="975" b="1">
                <a:solidFill>
                  <a:srgbClr val="18A999"/>
                </a:solidFill>
              </a:defRPr>
            </a:lvl4pPr>
            <a:lvl5pPr>
              <a:defRPr sz="975" b="1">
                <a:solidFill>
                  <a:srgbClr val="18A999"/>
                </a:solidFill>
              </a:defRPr>
            </a:lvl5pPr>
            <a:lvl6pPr>
              <a:defRPr sz="975" b="1">
                <a:solidFill>
                  <a:srgbClr val="18A999"/>
                </a:solidFill>
              </a:defRPr>
            </a:lvl6pPr>
            <a:lvl7pPr>
              <a:defRPr sz="975" b="1">
                <a:solidFill>
                  <a:srgbClr val="18A999"/>
                </a:solidFill>
              </a:defRPr>
            </a:lvl7pPr>
            <a:lvl8pPr>
              <a:defRPr sz="975" b="1">
                <a:solidFill>
                  <a:srgbClr val="18A999"/>
                </a:solidFill>
              </a:defRPr>
            </a:lvl8pPr>
            <a:lvl9pPr>
              <a:defRPr sz="975" b="1">
                <a:solidFill>
                  <a:srgbClr val="18A99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06 · RELIABILITY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7F237-BF0E-4BA4-B674-D6FBE55B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A43"/>
                </a:solidFill>
              </a:defRPr>
            </a:defPPr>
            <a:lvl1pPr>
              <a:defRPr sz="2850" b="1">
                <a:solidFill>
                  <a:srgbClr val="102A43"/>
                </a:solidFill>
              </a:defRPr>
            </a:lvl1pPr>
            <a:lvl2pPr>
              <a:defRPr sz="2850" b="1">
                <a:solidFill>
                  <a:srgbClr val="102A43"/>
                </a:solidFill>
              </a:defRPr>
            </a:lvl2pPr>
            <a:lvl3pPr>
              <a:defRPr sz="2850" b="1">
                <a:solidFill>
                  <a:srgbClr val="102A43"/>
                </a:solidFill>
              </a:defRPr>
            </a:lvl3pPr>
            <a:lvl4pPr>
              <a:defRPr sz="2850" b="1">
                <a:solidFill>
                  <a:srgbClr val="102A43"/>
                </a:solidFill>
              </a:defRPr>
            </a:lvl4pPr>
            <a:lvl5pPr>
              <a:defRPr sz="2850" b="1">
                <a:solidFill>
                  <a:srgbClr val="102A43"/>
                </a:solidFill>
              </a:defRPr>
            </a:lvl5pPr>
            <a:lvl6pPr>
              <a:defRPr sz="2850" b="1">
                <a:solidFill>
                  <a:srgbClr val="102A43"/>
                </a:solidFill>
              </a:defRPr>
            </a:lvl6pPr>
            <a:lvl7pPr>
              <a:defRPr sz="2850" b="1">
                <a:solidFill>
                  <a:srgbClr val="102A43"/>
                </a:solidFill>
              </a:defRPr>
            </a:lvl7pPr>
            <a:lvl8pPr>
              <a:defRPr sz="2850" b="1">
                <a:solidFill>
                  <a:srgbClr val="102A43"/>
                </a:solidFill>
              </a:defRPr>
            </a:lvl8pPr>
            <a:lvl9pPr>
              <a:defRPr sz="28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과부하와 의도 실패까지 검증 범위에 포함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98C1C-B500-4659-99A7-0497BA2F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27384"/>
                </a:solidFill>
              </a:defRPr>
            </a:defPPr>
            <a:lvl1pPr>
              <a:defRPr sz="1350">
                <a:solidFill>
                  <a:srgbClr val="627384"/>
                </a:solidFill>
              </a:defRPr>
            </a:lvl1pPr>
            <a:lvl2pPr>
              <a:defRPr sz="1350">
                <a:solidFill>
                  <a:srgbClr val="627384"/>
                </a:solidFill>
              </a:defRPr>
            </a:lvl2pPr>
            <a:lvl3pPr>
              <a:defRPr sz="1350">
                <a:solidFill>
                  <a:srgbClr val="627384"/>
                </a:solidFill>
              </a:defRPr>
            </a:lvl3pPr>
            <a:lvl4pPr>
              <a:defRPr sz="1350">
                <a:solidFill>
                  <a:srgbClr val="627384"/>
                </a:solidFill>
              </a:defRPr>
            </a:lvl4pPr>
            <a:lvl5pPr>
              <a:defRPr sz="1350">
                <a:solidFill>
                  <a:srgbClr val="627384"/>
                </a:solidFill>
              </a:defRPr>
            </a:lvl5pPr>
            <a:lvl6pPr>
              <a:defRPr sz="1350">
                <a:solidFill>
                  <a:srgbClr val="627384"/>
                </a:solidFill>
              </a:defRPr>
            </a:lvl6pPr>
            <a:lvl7pPr>
              <a:defRPr sz="1350">
                <a:solidFill>
                  <a:srgbClr val="627384"/>
                </a:solidFill>
              </a:defRPr>
            </a:lvl7pPr>
            <a:lvl8pPr>
              <a:defRPr sz="1350">
                <a:solidFill>
                  <a:srgbClr val="627384"/>
                </a:solidFill>
              </a:defRPr>
            </a:lvl8pPr>
            <a:lvl9pPr>
              <a:defRPr sz="1350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627384"/>
                </a:solidFill>
              </a:defRPr>
            </a:pPr>
            <a:r>
              <a:rPr sz="1350">
                <a:solidFill>
                  <a:srgbClr val="627384"/>
                </a:solidFill>
              </a:rPr>
              <a:t>정상 동작만 확인하지 않고 복구 가능성과 결함 관리 흐름도 시험했습니다.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A3817-30E3-458F-B60C-E69DEC25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0292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9ACBD-15D1-48F4-A5E3-99371065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9525">
            <a:solidFill>
              <a:srgbClr val="18A99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91647-A7AB-41ED-A423-72800EA0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05050"/>
            <a:ext cx="1695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1"/>
          </a:solidFill>
          <a:ln xmlns:a="http://schemas.openxmlformats.org/drawingml/2006/main" w="9525">
            <a:solidFill>
              <a:srgbClr val="DDF5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69B4F-1761-47E0-873C-B08B68A3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8A999"/>
                </a:solidFill>
              </a:defRPr>
            </a:defPPr>
            <a:lvl1pPr>
              <a:defRPr sz="975" b="1">
                <a:solidFill>
                  <a:srgbClr val="18A999"/>
                </a:solidFill>
              </a:defRPr>
            </a:lvl1pPr>
            <a:lvl2pPr>
              <a:defRPr sz="975" b="1">
                <a:solidFill>
                  <a:srgbClr val="18A999"/>
                </a:solidFill>
              </a:defRPr>
            </a:lvl2pPr>
            <a:lvl3pPr>
              <a:defRPr sz="975" b="1">
                <a:solidFill>
                  <a:srgbClr val="18A999"/>
                </a:solidFill>
              </a:defRPr>
            </a:lvl3pPr>
            <a:lvl4pPr>
              <a:defRPr sz="975" b="1">
                <a:solidFill>
                  <a:srgbClr val="18A999"/>
                </a:solidFill>
              </a:defRPr>
            </a:lvl4pPr>
            <a:lvl5pPr>
              <a:defRPr sz="975" b="1">
                <a:solidFill>
                  <a:srgbClr val="18A999"/>
                </a:solidFill>
              </a:defRPr>
            </a:lvl5pPr>
            <a:lvl6pPr>
              <a:defRPr sz="975" b="1">
                <a:solidFill>
                  <a:srgbClr val="18A999"/>
                </a:solidFill>
              </a:defRPr>
            </a:lvl6pPr>
            <a:lvl7pPr>
              <a:defRPr sz="975" b="1">
                <a:solidFill>
                  <a:srgbClr val="18A999"/>
                </a:solidFill>
              </a:defRPr>
            </a:lvl7pPr>
            <a:lvl8pPr>
              <a:defRPr sz="975" b="1">
                <a:solidFill>
                  <a:srgbClr val="18A999"/>
                </a:solidFill>
              </a:defRPr>
            </a:lvl8pPr>
            <a:lvl9pPr>
              <a:defRPr sz="975" b="1">
                <a:solidFill>
                  <a:srgbClr val="18A99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LOAD &amp; RECOVERY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24FF8-5BDA-4C35-8A6E-C76F8166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194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A43"/>
                </a:solidFill>
              </a:defRPr>
            </a:defPPr>
            <a:lvl1pPr>
              <a:defRPr sz="2025" b="1">
                <a:solidFill>
                  <a:srgbClr val="102A43"/>
                </a:solidFill>
              </a:defRPr>
            </a:lvl1pPr>
            <a:lvl2pPr>
              <a:defRPr sz="2025" b="1">
                <a:solidFill>
                  <a:srgbClr val="102A43"/>
                </a:solidFill>
              </a:defRPr>
            </a:lvl2pPr>
            <a:lvl3pPr>
              <a:defRPr sz="2025" b="1">
                <a:solidFill>
                  <a:srgbClr val="102A43"/>
                </a:solidFill>
              </a:defRPr>
            </a:lvl3pPr>
            <a:lvl4pPr>
              <a:defRPr sz="2025" b="1">
                <a:solidFill>
                  <a:srgbClr val="102A43"/>
                </a:solidFill>
              </a:defRPr>
            </a:lvl4pPr>
            <a:lvl5pPr>
              <a:defRPr sz="2025" b="1">
                <a:solidFill>
                  <a:srgbClr val="102A43"/>
                </a:solidFill>
              </a:defRPr>
            </a:lvl5pPr>
            <a:lvl6pPr>
              <a:defRPr sz="2025" b="1">
                <a:solidFill>
                  <a:srgbClr val="102A43"/>
                </a:solidFill>
              </a:defRPr>
            </a:lvl6pPr>
            <a:lvl7pPr>
              <a:defRPr sz="2025" b="1">
                <a:solidFill>
                  <a:srgbClr val="102A43"/>
                </a:solidFill>
              </a:defRPr>
            </a:lvl7pPr>
            <a:lvl8pPr>
              <a:defRPr sz="2025" b="1">
                <a:solidFill>
                  <a:srgbClr val="102A43"/>
                </a:solidFill>
              </a:defRPr>
            </a:lvl8pPr>
            <a:lvl9pPr>
              <a:defRPr sz="20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다중 폭탄 생성·정리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D9F6CC-6A6E-4101-9B0B-3736D0B5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27384"/>
                </a:solidFill>
              </a:defRPr>
            </a:defPPr>
            <a:lvl1pPr>
              <a:defRPr sz="1350">
                <a:solidFill>
                  <a:srgbClr val="627384"/>
                </a:solidFill>
              </a:defRPr>
            </a:lvl1pPr>
            <a:lvl2pPr>
              <a:defRPr sz="1350">
                <a:solidFill>
                  <a:srgbClr val="627384"/>
                </a:solidFill>
              </a:defRPr>
            </a:lvl2pPr>
            <a:lvl3pPr>
              <a:defRPr sz="1350">
                <a:solidFill>
                  <a:srgbClr val="627384"/>
                </a:solidFill>
              </a:defRPr>
            </a:lvl3pPr>
            <a:lvl4pPr>
              <a:defRPr sz="1350">
                <a:solidFill>
                  <a:srgbClr val="627384"/>
                </a:solidFill>
              </a:defRPr>
            </a:lvl4pPr>
            <a:lvl5pPr>
              <a:defRPr sz="1350">
                <a:solidFill>
                  <a:srgbClr val="627384"/>
                </a:solidFill>
              </a:defRPr>
            </a:lvl5pPr>
            <a:lvl6pPr>
              <a:defRPr sz="1350">
                <a:solidFill>
                  <a:srgbClr val="627384"/>
                </a:solidFill>
              </a:defRPr>
            </a:lvl6pPr>
            <a:lvl7pPr>
              <a:defRPr sz="1350">
                <a:solidFill>
                  <a:srgbClr val="627384"/>
                </a:solidFill>
              </a:defRPr>
            </a:lvl7pPr>
            <a:lvl8pPr>
              <a:defRPr sz="1350">
                <a:solidFill>
                  <a:srgbClr val="627384"/>
                </a:solidFill>
              </a:defRPr>
            </a:lvl8pPr>
            <a:lvl9pPr>
              <a:defRPr sz="1350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627384"/>
                </a:solidFill>
              </a:defRPr>
            </a:pPr>
            <a:r>
              <a:rPr sz="1350">
                <a:solidFill>
                  <a:srgbClr val="627384"/>
                </a:solidFill>
              </a:rPr>
              <a:t>최대 32개 셀에 폭탄을 생성한 뒤 모두 제거하고, 일반 폭탄 설치 기능이 다시 동작하는지 확인했습니다.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82CBA-3AB7-463B-8658-257808B0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2952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1"/>
          </a:solidFill>
          <a:ln xmlns:a="http://schemas.openxmlformats.org/drawingml/2006/main" w="9525">
            <a:solidFill>
              <a:srgbClr val="DDF5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47D9A-770E-47D2-8683-CAAA66EC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8A999"/>
                </a:solidFill>
              </a:defRPr>
            </a:defPPr>
            <a:lvl1pPr>
              <a:defRPr sz="975" b="1">
                <a:solidFill>
                  <a:srgbClr val="18A999"/>
                </a:solidFill>
              </a:defRPr>
            </a:lvl1pPr>
            <a:lvl2pPr>
              <a:defRPr sz="975" b="1">
                <a:solidFill>
                  <a:srgbClr val="18A999"/>
                </a:solidFill>
              </a:defRPr>
            </a:lvl2pPr>
            <a:lvl3pPr>
              <a:defRPr sz="975" b="1">
                <a:solidFill>
                  <a:srgbClr val="18A999"/>
                </a:solidFill>
              </a:defRPr>
            </a:lvl3pPr>
            <a:lvl4pPr>
              <a:defRPr sz="975" b="1">
                <a:solidFill>
                  <a:srgbClr val="18A999"/>
                </a:solidFill>
              </a:defRPr>
            </a:lvl4pPr>
            <a:lvl5pPr>
              <a:defRPr sz="975" b="1">
                <a:solidFill>
                  <a:srgbClr val="18A999"/>
                </a:solidFill>
              </a:defRPr>
            </a:lvl5pPr>
            <a:lvl6pPr>
              <a:defRPr sz="975" b="1">
                <a:solidFill>
                  <a:srgbClr val="18A999"/>
                </a:solidFill>
              </a:defRPr>
            </a:lvl6pPr>
            <a:lvl7pPr>
              <a:defRPr sz="975" b="1">
                <a:solidFill>
                  <a:srgbClr val="18A999"/>
                </a:solidFill>
              </a:defRPr>
            </a:lvl7pPr>
            <a:lvl8pPr>
              <a:defRPr sz="975" b="1">
                <a:solidFill>
                  <a:srgbClr val="18A999"/>
                </a:solidFill>
              </a:defRPr>
            </a:lvl8pPr>
            <a:lvl9pPr>
              <a:defRPr sz="975" b="1">
                <a:solidFill>
                  <a:srgbClr val="18A99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SYS-LOAD-001 · SYS-RECOVERY-001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99992-A17C-4135-83FE-C2B799C8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57400"/>
            <a:ext cx="5486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5C1D0F-6711-4DB1-B774-83AD3339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574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9525">
            <a:solidFill>
              <a:srgbClr val="F4A26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5594F-3BDB-42E0-A65F-8750C144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05050"/>
            <a:ext cx="1790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3"/>
          </a:solidFill>
          <a:ln xmlns:a="http://schemas.openxmlformats.org/drawingml/2006/main" w="9525">
            <a:solidFill>
              <a:srgbClr val="FFF0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47B973-CA45-44A2-87B0-CA5F3250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431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4A261"/>
                </a:solidFill>
              </a:defRPr>
            </a:defPPr>
            <a:lvl1pPr>
              <a:defRPr sz="975" b="1">
                <a:solidFill>
                  <a:srgbClr val="F4A261"/>
                </a:solidFill>
              </a:defRPr>
            </a:lvl1pPr>
            <a:lvl2pPr>
              <a:defRPr sz="975" b="1">
                <a:solidFill>
                  <a:srgbClr val="F4A261"/>
                </a:solidFill>
              </a:defRPr>
            </a:lvl2pPr>
            <a:lvl3pPr>
              <a:defRPr sz="975" b="1">
                <a:solidFill>
                  <a:srgbClr val="F4A261"/>
                </a:solidFill>
              </a:defRPr>
            </a:lvl3pPr>
            <a:lvl4pPr>
              <a:defRPr sz="975" b="1">
                <a:solidFill>
                  <a:srgbClr val="F4A261"/>
                </a:solidFill>
              </a:defRPr>
            </a:lvl4pPr>
            <a:lvl5pPr>
              <a:defRPr sz="975" b="1">
                <a:solidFill>
                  <a:srgbClr val="F4A261"/>
                </a:solidFill>
              </a:defRPr>
            </a:lvl5pPr>
            <a:lvl6pPr>
              <a:defRPr sz="975" b="1">
                <a:solidFill>
                  <a:srgbClr val="F4A261"/>
                </a:solidFill>
              </a:defRPr>
            </a:lvl6pPr>
            <a:lvl7pPr>
              <a:defRPr sz="975" b="1">
                <a:solidFill>
                  <a:srgbClr val="F4A261"/>
                </a:solidFill>
              </a:defRPr>
            </a:lvl7pPr>
            <a:lvl8pPr>
              <a:defRPr sz="975" b="1">
                <a:solidFill>
                  <a:srgbClr val="F4A261"/>
                </a:solidFill>
              </a:defRPr>
            </a:lvl8pPr>
            <a:lvl9pPr>
              <a:defRPr sz="975" b="1">
                <a:solidFill>
                  <a:srgbClr val="F4A261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4A261"/>
                </a:solidFill>
              </a:defRPr>
            </a:pPr>
            <a:r>
              <a:rPr sz="975" b="1">
                <a:solidFill>
                  <a:srgbClr val="F4A261"/>
                </a:solidFill>
              </a:rPr>
              <a:t>INTENTIONAL FAILURE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EBBBED-B839-42E5-A886-30367195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194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A43"/>
                </a:solidFill>
              </a:defRPr>
            </a:defPPr>
            <a:lvl1pPr>
              <a:defRPr sz="2025" b="1">
                <a:solidFill>
                  <a:srgbClr val="102A43"/>
                </a:solidFill>
              </a:defRPr>
            </a:lvl1pPr>
            <a:lvl2pPr>
              <a:defRPr sz="2025" b="1">
                <a:solidFill>
                  <a:srgbClr val="102A43"/>
                </a:solidFill>
              </a:defRPr>
            </a:lvl2pPr>
            <a:lvl3pPr>
              <a:defRPr sz="2025" b="1">
                <a:solidFill>
                  <a:srgbClr val="102A43"/>
                </a:solidFill>
              </a:defRPr>
            </a:lvl3pPr>
            <a:lvl4pPr>
              <a:defRPr sz="2025" b="1">
                <a:solidFill>
                  <a:srgbClr val="102A43"/>
                </a:solidFill>
              </a:defRPr>
            </a:lvl4pPr>
            <a:lvl5pPr>
              <a:defRPr sz="2025" b="1">
                <a:solidFill>
                  <a:srgbClr val="102A43"/>
                </a:solidFill>
              </a:defRPr>
            </a:lvl5pPr>
            <a:lvl6pPr>
              <a:defRPr sz="2025" b="1">
                <a:solidFill>
                  <a:srgbClr val="102A43"/>
                </a:solidFill>
              </a:defRPr>
            </a:lvl6pPr>
            <a:lvl7pPr>
              <a:defRPr sz="2025" b="1">
                <a:solidFill>
                  <a:srgbClr val="102A43"/>
                </a:solidFill>
              </a:defRPr>
            </a:lvl7pPr>
            <a:lvl8pPr>
              <a:defRPr sz="2025" b="1">
                <a:solidFill>
                  <a:srgbClr val="102A43"/>
                </a:solidFill>
              </a:defRPr>
            </a:lvl8pPr>
            <a:lvl9pPr>
              <a:defRPr sz="20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Jira 실패 파이프라인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6197CC-8565-4D75-965E-53A54208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27384"/>
                </a:solidFill>
              </a:defRPr>
            </a:defPPr>
            <a:lvl1pPr>
              <a:defRPr sz="1350">
                <a:solidFill>
                  <a:srgbClr val="627384"/>
                </a:solidFill>
              </a:defRPr>
            </a:lvl1pPr>
            <a:lvl2pPr>
              <a:defRPr sz="1350">
                <a:solidFill>
                  <a:srgbClr val="627384"/>
                </a:solidFill>
              </a:defRPr>
            </a:lvl2pPr>
            <a:lvl3pPr>
              <a:defRPr sz="1350">
                <a:solidFill>
                  <a:srgbClr val="627384"/>
                </a:solidFill>
              </a:defRPr>
            </a:lvl3pPr>
            <a:lvl4pPr>
              <a:defRPr sz="1350">
                <a:solidFill>
                  <a:srgbClr val="627384"/>
                </a:solidFill>
              </a:defRPr>
            </a:lvl4pPr>
            <a:lvl5pPr>
              <a:defRPr sz="1350">
                <a:solidFill>
                  <a:srgbClr val="627384"/>
                </a:solidFill>
              </a:defRPr>
            </a:lvl5pPr>
            <a:lvl6pPr>
              <a:defRPr sz="1350">
                <a:solidFill>
                  <a:srgbClr val="627384"/>
                </a:solidFill>
              </a:defRPr>
            </a:lvl6pPr>
            <a:lvl7pPr>
              <a:defRPr sz="1350">
                <a:solidFill>
                  <a:srgbClr val="627384"/>
                </a:solidFill>
              </a:defRPr>
            </a:lvl7pPr>
            <a:lvl8pPr>
              <a:defRPr sz="1350">
                <a:solidFill>
                  <a:srgbClr val="627384"/>
                </a:solidFill>
              </a:defRPr>
            </a:lvl8pPr>
            <a:lvl9pPr>
              <a:defRPr sz="1350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627384"/>
                </a:solidFill>
              </a:defRPr>
            </a:pPr>
            <a:r>
              <a:rPr sz="1350">
                <a:solidFill>
                  <a:srgbClr val="627384"/>
                </a:solidFill>
              </a:rPr>
              <a:t>정상 스위트와 분리된 의도 실패 테스트로 Fail 감지 → Jira 이슈 생성 또는 댓글 추가 과정을 검증했습니다.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DE1C87-4325-4E26-A926-33633483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672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3"/>
          </a:solidFill>
          <a:ln xmlns:a="http://schemas.openxmlformats.org/drawingml/2006/main" w="9525">
            <a:solidFill>
              <a:srgbClr val="FFF0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315704-720D-425F-9295-4DE6D177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053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4A261"/>
                </a:solidFill>
              </a:defRPr>
            </a:defPPr>
            <a:lvl1pPr>
              <a:defRPr sz="975" b="1">
                <a:solidFill>
                  <a:srgbClr val="F4A261"/>
                </a:solidFill>
              </a:defRPr>
            </a:lvl1pPr>
            <a:lvl2pPr>
              <a:defRPr sz="975" b="1">
                <a:solidFill>
                  <a:srgbClr val="F4A261"/>
                </a:solidFill>
              </a:defRPr>
            </a:lvl2pPr>
            <a:lvl3pPr>
              <a:defRPr sz="975" b="1">
                <a:solidFill>
                  <a:srgbClr val="F4A261"/>
                </a:solidFill>
              </a:defRPr>
            </a:lvl3pPr>
            <a:lvl4pPr>
              <a:defRPr sz="975" b="1">
                <a:solidFill>
                  <a:srgbClr val="F4A261"/>
                </a:solidFill>
              </a:defRPr>
            </a:lvl4pPr>
            <a:lvl5pPr>
              <a:defRPr sz="975" b="1">
                <a:solidFill>
                  <a:srgbClr val="F4A261"/>
                </a:solidFill>
              </a:defRPr>
            </a:lvl5pPr>
            <a:lvl6pPr>
              <a:defRPr sz="975" b="1">
                <a:solidFill>
                  <a:srgbClr val="F4A261"/>
                </a:solidFill>
              </a:defRPr>
            </a:lvl6pPr>
            <a:lvl7pPr>
              <a:defRPr sz="975" b="1">
                <a:solidFill>
                  <a:srgbClr val="F4A261"/>
                </a:solidFill>
              </a:defRPr>
            </a:lvl7pPr>
            <a:lvl8pPr>
              <a:defRPr sz="975" b="1">
                <a:solidFill>
                  <a:srgbClr val="F4A261"/>
                </a:solidFill>
              </a:defRPr>
            </a:lvl8pPr>
            <a:lvl9pPr>
              <a:defRPr sz="975" b="1">
                <a:solidFill>
                  <a:srgbClr val="F4A261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4A261"/>
                </a:solidFill>
              </a:defRPr>
            </a:pPr>
            <a:r>
              <a:rPr sz="975" b="1">
                <a:solidFill>
                  <a:srgbClr val="F4A261"/>
                </a:solidFill>
              </a:rPr>
              <a:t>SYS-JIRA-FAIL-001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60BAAE-C355-499F-A2E2-39E8FBD5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DF8A76-0E79-4324-A0C6-5BF6AB94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627384"/>
                </a:solidFill>
              </a:defRPr>
            </a:defPPr>
            <a:lvl1pPr>
              <a:defRPr sz="825">
                <a:solidFill>
                  <a:srgbClr val="627384"/>
                </a:solidFill>
              </a:defRPr>
            </a:lvl1pPr>
            <a:lvl2pPr>
              <a:defRPr sz="825">
                <a:solidFill>
                  <a:srgbClr val="627384"/>
                </a:solidFill>
              </a:defRPr>
            </a:lvl2pPr>
            <a:lvl3pPr>
              <a:defRPr sz="825">
                <a:solidFill>
                  <a:srgbClr val="627384"/>
                </a:solidFill>
              </a:defRPr>
            </a:lvl3pPr>
            <a:lvl4pPr>
              <a:defRPr sz="825">
                <a:solidFill>
                  <a:srgbClr val="627384"/>
                </a:solidFill>
              </a:defRPr>
            </a:lvl4pPr>
            <a:lvl5pPr>
              <a:defRPr sz="825">
                <a:solidFill>
                  <a:srgbClr val="627384"/>
                </a:solidFill>
              </a:defRPr>
            </a:lvl5pPr>
            <a:lvl6pPr>
              <a:defRPr sz="825">
                <a:solidFill>
                  <a:srgbClr val="627384"/>
                </a:solidFill>
              </a:defRPr>
            </a:lvl6pPr>
            <a:lvl7pPr>
              <a:defRPr sz="825">
                <a:solidFill>
                  <a:srgbClr val="627384"/>
                </a:solidFill>
              </a:defRPr>
            </a:lvl7pPr>
            <a:lvl8pPr>
              <a:defRPr sz="825">
                <a:solidFill>
                  <a:srgbClr val="627384"/>
                </a:solidFill>
              </a:defRPr>
            </a:lvl8pPr>
            <a:lvl9pPr>
              <a:defRPr sz="825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825">
                <a:solidFill>
                  <a:srgbClr val="627384"/>
                </a:solidFill>
              </a:defRPr>
            </a:pPr>
            <a:r>
              <a:rPr sz="825">
                <a:solidFill>
                  <a:srgbClr val="627384"/>
                </a:solidFill>
              </a:rPr>
              <a:t>Bomber QA Automation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EA5519-B118-4237-9C8F-36FFF3C7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722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384"/>
                </a:solidFill>
              </a:defRPr>
            </a:defPPr>
            <a:lvl1pPr>
              <a:defRPr sz="825" b="1">
                <a:solidFill>
                  <a:srgbClr val="627384"/>
                </a:solidFill>
              </a:defRPr>
            </a:lvl1pPr>
            <a:lvl2pPr>
              <a:defRPr sz="825" b="1">
                <a:solidFill>
                  <a:srgbClr val="627384"/>
                </a:solidFill>
              </a:defRPr>
            </a:lvl2pPr>
            <a:lvl3pPr>
              <a:defRPr sz="825" b="1">
                <a:solidFill>
                  <a:srgbClr val="627384"/>
                </a:solidFill>
              </a:defRPr>
            </a:lvl3pPr>
            <a:lvl4pPr>
              <a:defRPr sz="825" b="1">
                <a:solidFill>
                  <a:srgbClr val="627384"/>
                </a:solidFill>
              </a:defRPr>
            </a:lvl4pPr>
            <a:lvl5pPr>
              <a:defRPr sz="825" b="1">
                <a:solidFill>
                  <a:srgbClr val="627384"/>
                </a:solidFill>
              </a:defRPr>
            </a:lvl5pPr>
            <a:lvl6pPr>
              <a:defRPr sz="825" b="1">
                <a:solidFill>
                  <a:srgbClr val="627384"/>
                </a:solidFill>
              </a:defRPr>
            </a:lvl6pPr>
            <a:lvl7pPr>
              <a:defRPr sz="825" b="1">
                <a:solidFill>
                  <a:srgbClr val="627384"/>
                </a:solidFill>
              </a:defRPr>
            </a:lvl7pPr>
            <a:lvl8pPr>
              <a:defRPr sz="825" b="1">
                <a:solidFill>
                  <a:srgbClr val="627384"/>
                </a:solidFill>
              </a:defRPr>
            </a:lvl8pPr>
            <a:lvl9pPr>
              <a:defRPr sz="825" b="1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27384"/>
                </a:solidFill>
              </a:defRPr>
            </a:pPr>
            <a:r>
              <a:rPr sz="825" b="1">
                <a:solidFill>
                  <a:srgbClr val="627384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508539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8D9B65-EC7E-4BA2-B229-7CDA28B1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8A999"/>
                </a:solidFill>
              </a:defRPr>
            </a:defPPr>
            <a:lvl1pPr>
              <a:defRPr sz="975" b="1">
                <a:solidFill>
                  <a:srgbClr val="18A999"/>
                </a:solidFill>
              </a:defRPr>
            </a:lvl1pPr>
            <a:lvl2pPr>
              <a:defRPr sz="975" b="1">
                <a:solidFill>
                  <a:srgbClr val="18A999"/>
                </a:solidFill>
              </a:defRPr>
            </a:lvl2pPr>
            <a:lvl3pPr>
              <a:defRPr sz="975" b="1">
                <a:solidFill>
                  <a:srgbClr val="18A999"/>
                </a:solidFill>
              </a:defRPr>
            </a:lvl3pPr>
            <a:lvl4pPr>
              <a:defRPr sz="975" b="1">
                <a:solidFill>
                  <a:srgbClr val="18A999"/>
                </a:solidFill>
              </a:defRPr>
            </a:lvl4pPr>
            <a:lvl5pPr>
              <a:defRPr sz="975" b="1">
                <a:solidFill>
                  <a:srgbClr val="18A999"/>
                </a:solidFill>
              </a:defRPr>
            </a:lvl5pPr>
            <a:lvl6pPr>
              <a:defRPr sz="975" b="1">
                <a:solidFill>
                  <a:srgbClr val="18A999"/>
                </a:solidFill>
              </a:defRPr>
            </a:lvl6pPr>
            <a:lvl7pPr>
              <a:defRPr sz="975" b="1">
                <a:solidFill>
                  <a:srgbClr val="18A999"/>
                </a:solidFill>
              </a:defRPr>
            </a:lvl7pPr>
            <a:lvl8pPr>
              <a:defRPr sz="975" b="1">
                <a:solidFill>
                  <a:srgbClr val="18A999"/>
                </a:solidFill>
              </a:defRPr>
            </a:lvl8pPr>
            <a:lvl9pPr>
              <a:defRPr sz="975" b="1">
                <a:solidFill>
                  <a:srgbClr val="18A99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07 · ACCEPTANCE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5CEFE-FF37-4E4B-8937-76B93EC1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A43"/>
                </a:solidFill>
              </a:defRPr>
            </a:defPPr>
            <a:lvl1pPr>
              <a:defRPr sz="2850" b="1">
                <a:solidFill>
                  <a:srgbClr val="102A43"/>
                </a:solidFill>
              </a:defRPr>
            </a:lvl1pPr>
            <a:lvl2pPr>
              <a:defRPr sz="2850" b="1">
                <a:solidFill>
                  <a:srgbClr val="102A43"/>
                </a:solidFill>
              </a:defRPr>
            </a:lvl2pPr>
            <a:lvl3pPr>
              <a:defRPr sz="2850" b="1">
                <a:solidFill>
                  <a:srgbClr val="102A43"/>
                </a:solidFill>
              </a:defRPr>
            </a:lvl3pPr>
            <a:lvl4pPr>
              <a:defRPr sz="2850" b="1">
                <a:solidFill>
                  <a:srgbClr val="102A43"/>
                </a:solidFill>
              </a:defRPr>
            </a:lvl4pPr>
            <a:lvl5pPr>
              <a:defRPr sz="2850" b="1">
                <a:solidFill>
                  <a:srgbClr val="102A43"/>
                </a:solidFill>
              </a:defRPr>
            </a:lvl5pPr>
            <a:lvl6pPr>
              <a:defRPr sz="2850" b="1">
                <a:solidFill>
                  <a:srgbClr val="102A43"/>
                </a:solidFill>
              </a:defRPr>
            </a:lvl6pPr>
            <a:lvl7pPr>
              <a:defRPr sz="2850" b="1">
                <a:solidFill>
                  <a:srgbClr val="102A43"/>
                </a:solidFill>
              </a:defRPr>
            </a:lvl7pPr>
            <a:lvl8pPr>
              <a:defRPr sz="2850" b="1">
                <a:solidFill>
                  <a:srgbClr val="102A43"/>
                </a:solidFill>
              </a:defRPr>
            </a:lvl8pPr>
            <a:lvl9pPr>
              <a:defRPr sz="28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사용자가 체감하는 3개 흐름으로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FF675-91FC-4E9E-9786-92952F6B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27384"/>
                </a:solidFill>
              </a:defRPr>
            </a:defPPr>
            <a:lvl1pPr>
              <a:defRPr sz="1350">
                <a:solidFill>
                  <a:srgbClr val="627384"/>
                </a:solidFill>
              </a:defRPr>
            </a:lvl1pPr>
            <a:lvl2pPr>
              <a:defRPr sz="1350">
                <a:solidFill>
                  <a:srgbClr val="627384"/>
                </a:solidFill>
              </a:defRPr>
            </a:lvl2pPr>
            <a:lvl3pPr>
              <a:defRPr sz="1350">
                <a:solidFill>
                  <a:srgbClr val="627384"/>
                </a:solidFill>
              </a:defRPr>
            </a:lvl3pPr>
            <a:lvl4pPr>
              <a:defRPr sz="1350">
                <a:solidFill>
                  <a:srgbClr val="627384"/>
                </a:solidFill>
              </a:defRPr>
            </a:lvl4pPr>
            <a:lvl5pPr>
              <a:defRPr sz="1350">
                <a:solidFill>
                  <a:srgbClr val="627384"/>
                </a:solidFill>
              </a:defRPr>
            </a:lvl5pPr>
            <a:lvl6pPr>
              <a:defRPr sz="1350">
                <a:solidFill>
                  <a:srgbClr val="627384"/>
                </a:solidFill>
              </a:defRPr>
            </a:lvl6pPr>
            <a:lvl7pPr>
              <a:defRPr sz="1350">
                <a:solidFill>
                  <a:srgbClr val="627384"/>
                </a:solidFill>
              </a:defRPr>
            </a:lvl7pPr>
            <a:lvl8pPr>
              <a:defRPr sz="1350">
                <a:solidFill>
                  <a:srgbClr val="627384"/>
                </a:solidFill>
              </a:defRPr>
            </a:lvl8pPr>
            <a:lvl9pPr>
              <a:defRPr sz="1350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627384"/>
                </a:solidFill>
              </a:defRPr>
            </a:pPr>
            <a:r>
              <a:rPr sz="1350">
                <a:solidFill>
                  <a:srgbClr val="627384"/>
                </a:solidFill>
              </a:rPr>
              <a:t>최종 자동 실행에서 3개 테스트가 모두 통과하고 결과 연동까지 완료됐습니다.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2D8BF-DF00-471B-A565-1B9B4427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7C1DC-5AF9-4133-B107-E597E3B3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9525">
            <a:solidFill>
              <a:srgbClr val="18A99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D8982-2E9F-487A-8541-E0D119FB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1"/>
          </a:solidFill>
          <a:ln xmlns:a="http://schemas.openxmlformats.org/drawingml/2006/main" w="9525">
            <a:solidFill>
              <a:srgbClr val="DDF5F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E31D3-121D-491D-AA20-0A0F2E6B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8A999"/>
                </a:solidFill>
              </a:defRPr>
            </a:defPPr>
            <a:lvl1pPr>
              <a:defRPr sz="975" b="1">
                <a:solidFill>
                  <a:srgbClr val="18A999"/>
                </a:solidFill>
              </a:defRPr>
            </a:lvl1pPr>
            <a:lvl2pPr>
              <a:defRPr sz="975" b="1">
                <a:solidFill>
                  <a:srgbClr val="18A999"/>
                </a:solidFill>
              </a:defRPr>
            </a:lvl2pPr>
            <a:lvl3pPr>
              <a:defRPr sz="975" b="1">
                <a:solidFill>
                  <a:srgbClr val="18A999"/>
                </a:solidFill>
              </a:defRPr>
            </a:lvl3pPr>
            <a:lvl4pPr>
              <a:defRPr sz="975" b="1">
                <a:solidFill>
                  <a:srgbClr val="18A999"/>
                </a:solidFill>
              </a:defRPr>
            </a:lvl4pPr>
            <a:lvl5pPr>
              <a:defRPr sz="975" b="1">
                <a:solidFill>
                  <a:srgbClr val="18A999"/>
                </a:solidFill>
              </a:defRPr>
            </a:lvl5pPr>
            <a:lvl6pPr>
              <a:defRPr sz="975" b="1">
                <a:solidFill>
                  <a:srgbClr val="18A999"/>
                </a:solidFill>
              </a:defRPr>
            </a:lvl6pPr>
            <a:lvl7pPr>
              <a:defRPr sz="975" b="1">
                <a:solidFill>
                  <a:srgbClr val="18A999"/>
                </a:solidFill>
              </a:defRPr>
            </a:lvl7pPr>
            <a:lvl8pPr>
              <a:defRPr sz="975" b="1">
                <a:solidFill>
                  <a:srgbClr val="18A999"/>
                </a:solidFill>
              </a:defRPr>
            </a:lvl8pPr>
            <a:lvl9pPr>
              <a:defRPr sz="975" b="1">
                <a:solidFill>
                  <a:srgbClr val="18A99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ACC-GAME-001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8D919-6970-4CFD-A253-840C7511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02A43"/>
                </a:solidFill>
              </a:defRPr>
            </a:defPPr>
            <a:lvl1pPr>
              <a:defRPr sz="1950" b="1">
                <a:solidFill>
                  <a:srgbClr val="102A43"/>
                </a:solidFill>
              </a:defRPr>
            </a:lvl1pPr>
            <a:lvl2pPr>
              <a:defRPr sz="1950" b="1">
                <a:solidFill>
                  <a:srgbClr val="102A43"/>
                </a:solidFill>
              </a:defRPr>
            </a:lvl2pPr>
            <a:lvl3pPr>
              <a:defRPr sz="1950" b="1">
                <a:solidFill>
                  <a:srgbClr val="102A43"/>
                </a:solidFill>
              </a:defRPr>
            </a:lvl3pPr>
            <a:lvl4pPr>
              <a:defRPr sz="1950" b="1">
                <a:solidFill>
                  <a:srgbClr val="102A43"/>
                </a:solidFill>
              </a:defRPr>
            </a:lvl4pPr>
            <a:lvl5pPr>
              <a:defRPr sz="1950" b="1">
                <a:solidFill>
                  <a:srgbClr val="102A43"/>
                </a:solidFill>
              </a:defRPr>
            </a:lvl5pPr>
            <a:lvl6pPr>
              <a:defRPr sz="1950" b="1">
                <a:solidFill>
                  <a:srgbClr val="102A43"/>
                </a:solidFill>
              </a:defRPr>
            </a:lvl6pPr>
            <a:lvl7pPr>
              <a:defRPr sz="1950" b="1">
                <a:solidFill>
                  <a:srgbClr val="102A43"/>
                </a:solidFill>
              </a:defRPr>
            </a:lvl7pPr>
            <a:lvl8pPr>
              <a:defRPr sz="1950" b="1">
                <a:solidFill>
                  <a:srgbClr val="102A43"/>
                </a:solidFill>
              </a:defRPr>
            </a:lvl8pPr>
            <a:lvl9pPr>
              <a:defRPr sz="19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게임 시작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E548A-E3B0-4C9A-863C-3DFBB1C1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627384"/>
                </a:solidFill>
              </a:defRPr>
            </a:defPPr>
            <a:lvl1pPr>
              <a:defRPr sz="1275">
                <a:solidFill>
                  <a:srgbClr val="627384"/>
                </a:solidFill>
              </a:defRPr>
            </a:lvl1pPr>
            <a:lvl2pPr>
              <a:defRPr sz="1275">
                <a:solidFill>
                  <a:srgbClr val="627384"/>
                </a:solidFill>
              </a:defRPr>
            </a:lvl2pPr>
            <a:lvl3pPr>
              <a:defRPr sz="1275">
                <a:solidFill>
                  <a:srgbClr val="627384"/>
                </a:solidFill>
              </a:defRPr>
            </a:lvl3pPr>
            <a:lvl4pPr>
              <a:defRPr sz="1275">
                <a:solidFill>
                  <a:srgbClr val="627384"/>
                </a:solidFill>
              </a:defRPr>
            </a:lvl4pPr>
            <a:lvl5pPr>
              <a:defRPr sz="1275">
                <a:solidFill>
                  <a:srgbClr val="627384"/>
                </a:solidFill>
              </a:defRPr>
            </a:lvl5pPr>
            <a:lvl6pPr>
              <a:defRPr sz="1275">
                <a:solidFill>
                  <a:srgbClr val="627384"/>
                </a:solidFill>
              </a:defRPr>
            </a:lvl6pPr>
            <a:lvl7pPr>
              <a:defRPr sz="1275">
                <a:solidFill>
                  <a:srgbClr val="627384"/>
                </a:solidFill>
              </a:defRPr>
            </a:lvl7pPr>
            <a:lvl8pPr>
              <a:defRPr sz="1275">
                <a:solidFill>
                  <a:srgbClr val="627384"/>
                </a:solidFill>
              </a:defRPr>
            </a:lvl8pPr>
            <a:lvl9pPr>
              <a:defRPr sz="1275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627384"/>
                </a:solidFill>
              </a:defRPr>
            </a:pPr>
            <a:r>
              <a:rPr sz="1275">
                <a:solidFill>
                  <a:srgbClr val="627384"/>
                </a:solidFill>
              </a:rPr>
              <a:t>캐릭터·맵·폭탄 기능 준비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94AC1-F004-44D6-8992-6F62428C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67175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1"/>
          </a:solidFill>
          <a:ln xmlns:a="http://schemas.openxmlformats.org/drawingml/2006/main" w="9525">
            <a:solidFill>
              <a:srgbClr val="DDF5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FF76C-4291-4EC7-A0E2-BF360C46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052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AA876"/>
                </a:solidFill>
              </a:defRPr>
            </a:defPPr>
            <a:lvl1pPr>
              <a:defRPr sz="975" b="1">
                <a:solidFill>
                  <a:srgbClr val="2AA876"/>
                </a:solidFill>
              </a:defRPr>
            </a:lvl1pPr>
            <a:lvl2pPr>
              <a:defRPr sz="975" b="1">
                <a:solidFill>
                  <a:srgbClr val="2AA876"/>
                </a:solidFill>
              </a:defRPr>
            </a:lvl2pPr>
            <a:lvl3pPr>
              <a:defRPr sz="975" b="1">
                <a:solidFill>
                  <a:srgbClr val="2AA876"/>
                </a:solidFill>
              </a:defRPr>
            </a:lvl3pPr>
            <a:lvl4pPr>
              <a:defRPr sz="975" b="1">
                <a:solidFill>
                  <a:srgbClr val="2AA876"/>
                </a:solidFill>
              </a:defRPr>
            </a:lvl4pPr>
            <a:lvl5pPr>
              <a:defRPr sz="975" b="1">
                <a:solidFill>
                  <a:srgbClr val="2AA876"/>
                </a:solidFill>
              </a:defRPr>
            </a:lvl5pPr>
            <a:lvl6pPr>
              <a:defRPr sz="975" b="1">
                <a:solidFill>
                  <a:srgbClr val="2AA876"/>
                </a:solidFill>
              </a:defRPr>
            </a:lvl6pPr>
            <a:lvl7pPr>
              <a:defRPr sz="975" b="1">
                <a:solidFill>
                  <a:srgbClr val="2AA876"/>
                </a:solidFill>
              </a:defRPr>
            </a:lvl7pPr>
            <a:lvl8pPr>
              <a:defRPr sz="975" b="1">
                <a:solidFill>
                  <a:srgbClr val="2AA876"/>
                </a:solidFill>
              </a:defRPr>
            </a:lvl8pPr>
            <a:lvl9pPr>
              <a:defRPr sz="975" b="1">
                <a:solidFill>
                  <a:srgbClr val="2AA876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AA876"/>
                </a:solidFill>
              </a:defRPr>
            </a:pPr>
            <a:r>
              <a:rPr sz="975" b="1">
                <a:solidFill>
                  <a:srgbClr val="2AA876"/>
                </a:solidFill>
              </a:rPr>
              <a:t>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405C1-16FC-4A17-9638-BAD904E1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336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86F0AF-E952-44B7-8FD6-D0365EE3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3360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9525">
            <a:solidFill>
              <a:srgbClr val="F4A26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ED86EA-5369-4426-819A-3B49D178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62200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3"/>
          </a:solidFill>
          <a:ln xmlns:a="http://schemas.openxmlformats.org/drawingml/2006/main" w="9525">
            <a:solidFill>
              <a:srgbClr val="FFF0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5493A-91D3-4DFB-A9A2-2AC85E32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03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4A261"/>
                </a:solidFill>
              </a:defRPr>
            </a:defPPr>
            <a:lvl1pPr>
              <a:defRPr sz="975" b="1">
                <a:solidFill>
                  <a:srgbClr val="F4A261"/>
                </a:solidFill>
              </a:defRPr>
            </a:lvl1pPr>
            <a:lvl2pPr>
              <a:defRPr sz="975" b="1">
                <a:solidFill>
                  <a:srgbClr val="F4A261"/>
                </a:solidFill>
              </a:defRPr>
            </a:lvl2pPr>
            <a:lvl3pPr>
              <a:defRPr sz="975" b="1">
                <a:solidFill>
                  <a:srgbClr val="F4A261"/>
                </a:solidFill>
              </a:defRPr>
            </a:lvl3pPr>
            <a:lvl4pPr>
              <a:defRPr sz="975" b="1">
                <a:solidFill>
                  <a:srgbClr val="F4A261"/>
                </a:solidFill>
              </a:defRPr>
            </a:lvl4pPr>
            <a:lvl5pPr>
              <a:defRPr sz="975" b="1">
                <a:solidFill>
                  <a:srgbClr val="F4A261"/>
                </a:solidFill>
              </a:defRPr>
            </a:lvl5pPr>
            <a:lvl6pPr>
              <a:defRPr sz="975" b="1">
                <a:solidFill>
                  <a:srgbClr val="F4A261"/>
                </a:solidFill>
              </a:defRPr>
            </a:lvl6pPr>
            <a:lvl7pPr>
              <a:defRPr sz="975" b="1">
                <a:solidFill>
                  <a:srgbClr val="F4A261"/>
                </a:solidFill>
              </a:defRPr>
            </a:lvl7pPr>
            <a:lvl8pPr>
              <a:defRPr sz="975" b="1">
                <a:solidFill>
                  <a:srgbClr val="F4A261"/>
                </a:solidFill>
              </a:defRPr>
            </a:lvl8pPr>
            <a:lvl9pPr>
              <a:defRPr sz="975" b="1">
                <a:solidFill>
                  <a:srgbClr val="F4A261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4A261"/>
                </a:solidFill>
              </a:defRPr>
            </a:pPr>
            <a:r>
              <a:rPr sz="975" b="1">
                <a:solidFill>
                  <a:srgbClr val="F4A261"/>
                </a:solidFill>
              </a:rPr>
              <a:t>ACC-BOMB-001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71AD69-3154-4E01-8CEA-BE3DF732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146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02A43"/>
                </a:solidFill>
              </a:defRPr>
            </a:defPPr>
            <a:lvl1pPr>
              <a:defRPr sz="1950" b="1">
                <a:solidFill>
                  <a:srgbClr val="102A43"/>
                </a:solidFill>
              </a:defRPr>
            </a:lvl1pPr>
            <a:lvl2pPr>
              <a:defRPr sz="1950" b="1">
                <a:solidFill>
                  <a:srgbClr val="102A43"/>
                </a:solidFill>
              </a:defRPr>
            </a:lvl2pPr>
            <a:lvl3pPr>
              <a:defRPr sz="1950" b="1">
                <a:solidFill>
                  <a:srgbClr val="102A43"/>
                </a:solidFill>
              </a:defRPr>
            </a:lvl3pPr>
            <a:lvl4pPr>
              <a:defRPr sz="1950" b="1">
                <a:solidFill>
                  <a:srgbClr val="102A43"/>
                </a:solidFill>
              </a:defRPr>
            </a:lvl4pPr>
            <a:lvl5pPr>
              <a:defRPr sz="1950" b="1">
                <a:solidFill>
                  <a:srgbClr val="102A43"/>
                </a:solidFill>
              </a:defRPr>
            </a:lvl5pPr>
            <a:lvl6pPr>
              <a:defRPr sz="1950" b="1">
                <a:solidFill>
                  <a:srgbClr val="102A43"/>
                </a:solidFill>
              </a:defRPr>
            </a:lvl6pPr>
            <a:lvl7pPr>
              <a:defRPr sz="1950" b="1">
                <a:solidFill>
                  <a:srgbClr val="102A43"/>
                </a:solidFill>
              </a:defRPr>
            </a:lvl7pPr>
            <a:lvl8pPr>
              <a:defRPr sz="1950" b="1">
                <a:solidFill>
                  <a:srgbClr val="102A43"/>
                </a:solidFill>
              </a:defRPr>
            </a:lvl8pPr>
            <a:lvl9pPr>
              <a:defRPr sz="19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장애물 제거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B93FCB-5EA5-4036-B884-37D5BD57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76625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627384"/>
                </a:solidFill>
              </a:defRPr>
            </a:defPPr>
            <a:lvl1pPr>
              <a:defRPr sz="1275">
                <a:solidFill>
                  <a:srgbClr val="627384"/>
                </a:solidFill>
              </a:defRPr>
            </a:lvl1pPr>
            <a:lvl2pPr>
              <a:defRPr sz="1275">
                <a:solidFill>
                  <a:srgbClr val="627384"/>
                </a:solidFill>
              </a:defRPr>
            </a:lvl2pPr>
            <a:lvl3pPr>
              <a:defRPr sz="1275">
                <a:solidFill>
                  <a:srgbClr val="627384"/>
                </a:solidFill>
              </a:defRPr>
            </a:lvl3pPr>
            <a:lvl4pPr>
              <a:defRPr sz="1275">
                <a:solidFill>
                  <a:srgbClr val="627384"/>
                </a:solidFill>
              </a:defRPr>
            </a:lvl4pPr>
            <a:lvl5pPr>
              <a:defRPr sz="1275">
                <a:solidFill>
                  <a:srgbClr val="627384"/>
                </a:solidFill>
              </a:defRPr>
            </a:lvl5pPr>
            <a:lvl6pPr>
              <a:defRPr sz="1275">
                <a:solidFill>
                  <a:srgbClr val="627384"/>
                </a:solidFill>
              </a:defRPr>
            </a:lvl6pPr>
            <a:lvl7pPr>
              <a:defRPr sz="1275">
                <a:solidFill>
                  <a:srgbClr val="627384"/>
                </a:solidFill>
              </a:defRPr>
            </a:lvl7pPr>
            <a:lvl8pPr>
              <a:defRPr sz="1275">
                <a:solidFill>
                  <a:srgbClr val="627384"/>
                </a:solidFill>
              </a:defRPr>
            </a:lvl8pPr>
            <a:lvl9pPr>
              <a:defRPr sz="1275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627384"/>
                </a:solidFill>
              </a:defRPr>
            </a:pPr>
            <a:r>
              <a:rPr sz="1275">
                <a:solidFill>
                  <a:srgbClr val="627384"/>
                </a:solidFill>
              </a:rPr>
              <a:t>폭탄 설치·폭발·상자 제거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F71C49-E47B-4495-A444-B43B805B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67175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1"/>
          </a:solidFill>
          <a:ln xmlns:a="http://schemas.openxmlformats.org/drawingml/2006/main" w="9525">
            <a:solidFill>
              <a:srgbClr val="DDF5F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1A8DCE-050E-4984-9F75-B3FBDCA3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052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AA876"/>
                </a:solidFill>
              </a:defRPr>
            </a:defPPr>
            <a:lvl1pPr>
              <a:defRPr sz="975" b="1">
                <a:solidFill>
                  <a:srgbClr val="2AA876"/>
                </a:solidFill>
              </a:defRPr>
            </a:lvl1pPr>
            <a:lvl2pPr>
              <a:defRPr sz="975" b="1">
                <a:solidFill>
                  <a:srgbClr val="2AA876"/>
                </a:solidFill>
              </a:defRPr>
            </a:lvl2pPr>
            <a:lvl3pPr>
              <a:defRPr sz="975" b="1">
                <a:solidFill>
                  <a:srgbClr val="2AA876"/>
                </a:solidFill>
              </a:defRPr>
            </a:lvl3pPr>
            <a:lvl4pPr>
              <a:defRPr sz="975" b="1">
                <a:solidFill>
                  <a:srgbClr val="2AA876"/>
                </a:solidFill>
              </a:defRPr>
            </a:lvl4pPr>
            <a:lvl5pPr>
              <a:defRPr sz="975" b="1">
                <a:solidFill>
                  <a:srgbClr val="2AA876"/>
                </a:solidFill>
              </a:defRPr>
            </a:lvl5pPr>
            <a:lvl6pPr>
              <a:defRPr sz="975" b="1">
                <a:solidFill>
                  <a:srgbClr val="2AA876"/>
                </a:solidFill>
              </a:defRPr>
            </a:lvl6pPr>
            <a:lvl7pPr>
              <a:defRPr sz="975" b="1">
                <a:solidFill>
                  <a:srgbClr val="2AA876"/>
                </a:solidFill>
              </a:defRPr>
            </a:lvl7pPr>
            <a:lvl8pPr>
              <a:defRPr sz="975" b="1">
                <a:solidFill>
                  <a:srgbClr val="2AA876"/>
                </a:solidFill>
              </a:defRPr>
            </a:lvl8pPr>
            <a:lvl9pPr>
              <a:defRPr sz="975" b="1">
                <a:solidFill>
                  <a:srgbClr val="2AA876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AA876"/>
                </a:solidFill>
              </a:defRPr>
            </a:pPr>
            <a:r>
              <a:rPr sz="975" b="1">
                <a:solidFill>
                  <a:srgbClr val="2AA876"/>
                </a:solidFill>
              </a:rPr>
              <a:t>PASS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99E0A7-9C57-4CA2-AEFB-0986B396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336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255753-977D-488B-B5D4-662EA14B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3360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A5F"/>
          </a:solidFill>
          <a:ln xmlns:a="http://schemas.openxmlformats.org/drawingml/2006/main" w="9525">
            <a:solidFill>
              <a:srgbClr val="163A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E9A070-E8BD-457E-9878-0402EEEC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1"/>
          </a:solidFill>
          <a:ln xmlns:a="http://schemas.openxmlformats.org/drawingml/2006/main" w="9525">
            <a:solidFill>
              <a:srgbClr val="DDF5F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926A0B-D7D3-4854-90CC-FE917DFC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003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3A5F"/>
                </a:solidFill>
              </a:defRPr>
            </a:defPPr>
            <a:lvl1pPr>
              <a:defRPr sz="975" b="1">
                <a:solidFill>
                  <a:srgbClr val="163A5F"/>
                </a:solidFill>
              </a:defRPr>
            </a:lvl1pPr>
            <a:lvl2pPr>
              <a:defRPr sz="975" b="1">
                <a:solidFill>
                  <a:srgbClr val="163A5F"/>
                </a:solidFill>
              </a:defRPr>
            </a:lvl2pPr>
            <a:lvl3pPr>
              <a:defRPr sz="975" b="1">
                <a:solidFill>
                  <a:srgbClr val="163A5F"/>
                </a:solidFill>
              </a:defRPr>
            </a:lvl3pPr>
            <a:lvl4pPr>
              <a:defRPr sz="975" b="1">
                <a:solidFill>
                  <a:srgbClr val="163A5F"/>
                </a:solidFill>
              </a:defRPr>
            </a:lvl4pPr>
            <a:lvl5pPr>
              <a:defRPr sz="975" b="1">
                <a:solidFill>
                  <a:srgbClr val="163A5F"/>
                </a:solidFill>
              </a:defRPr>
            </a:lvl5pPr>
            <a:lvl6pPr>
              <a:defRPr sz="975" b="1">
                <a:solidFill>
                  <a:srgbClr val="163A5F"/>
                </a:solidFill>
              </a:defRPr>
            </a:lvl6pPr>
            <a:lvl7pPr>
              <a:defRPr sz="975" b="1">
                <a:solidFill>
                  <a:srgbClr val="163A5F"/>
                </a:solidFill>
              </a:defRPr>
            </a:lvl7pPr>
            <a:lvl8pPr>
              <a:defRPr sz="975" b="1">
                <a:solidFill>
                  <a:srgbClr val="163A5F"/>
                </a:solidFill>
              </a:defRPr>
            </a:lvl8pPr>
            <a:lvl9pPr>
              <a:defRPr sz="975" b="1">
                <a:solidFill>
                  <a:srgbClr val="163A5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3A5F"/>
                </a:solidFill>
              </a:defRPr>
            </a:pPr>
            <a:r>
              <a:rPr sz="975" b="1">
                <a:solidFill>
                  <a:srgbClr val="163A5F"/>
                </a:solidFill>
              </a:rPr>
              <a:t>ACC-RESULT-001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C481AB-8D81-431C-9805-AB5609A0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02A43"/>
                </a:solidFill>
              </a:defRPr>
            </a:defPPr>
            <a:lvl1pPr>
              <a:defRPr sz="1950" b="1">
                <a:solidFill>
                  <a:srgbClr val="102A43"/>
                </a:solidFill>
              </a:defRPr>
            </a:lvl1pPr>
            <a:lvl2pPr>
              <a:defRPr sz="1950" b="1">
                <a:solidFill>
                  <a:srgbClr val="102A43"/>
                </a:solidFill>
              </a:defRPr>
            </a:lvl2pPr>
            <a:lvl3pPr>
              <a:defRPr sz="1950" b="1">
                <a:solidFill>
                  <a:srgbClr val="102A43"/>
                </a:solidFill>
              </a:defRPr>
            </a:lvl3pPr>
            <a:lvl4pPr>
              <a:defRPr sz="1950" b="1">
                <a:solidFill>
                  <a:srgbClr val="102A43"/>
                </a:solidFill>
              </a:defRPr>
            </a:lvl4pPr>
            <a:lvl5pPr>
              <a:defRPr sz="1950" b="1">
                <a:solidFill>
                  <a:srgbClr val="102A43"/>
                </a:solidFill>
              </a:defRPr>
            </a:lvl5pPr>
            <a:lvl6pPr>
              <a:defRPr sz="1950" b="1">
                <a:solidFill>
                  <a:srgbClr val="102A43"/>
                </a:solidFill>
              </a:defRPr>
            </a:lvl6pPr>
            <a:lvl7pPr>
              <a:defRPr sz="1950" b="1">
                <a:solidFill>
                  <a:srgbClr val="102A43"/>
                </a:solidFill>
              </a:defRPr>
            </a:lvl7pPr>
            <a:lvl8pPr>
              <a:defRPr sz="1950" b="1">
                <a:solidFill>
                  <a:srgbClr val="102A43"/>
                </a:solidFill>
              </a:defRPr>
            </a:lvl8pPr>
            <a:lvl9pPr>
              <a:defRPr sz="19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승리 안내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03BFD3-4DD7-4AC7-9CE0-DF9238D5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76625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627384"/>
                </a:solidFill>
              </a:defRPr>
            </a:defPPr>
            <a:lvl1pPr>
              <a:defRPr sz="1275">
                <a:solidFill>
                  <a:srgbClr val="627384"/>
                </a:solidFill>
              </a:defRPr>
            </a:lvl1pPr>
            <a:lvl2pPr>
              <a:defRPr sz="1275">
                <a:solidFill>
                  <a:srgbClr val="627384"/>
                </a:solidFill>
              </a:defRPr>
            </a:lvl2pPr>
            <a:lvl3pPr>
              <a:defRPr sz="1275">
                <a:solidFill>
                  <a:srgbClr val="627384"/>
                </a:solidFill>
              </a:defRPr>
            </a:lvl3pPr>
            <a:lvl4pPr>
              <a:defRPr sz="1275">
                <a:solidFill>
                  <a:srgbClr val="627384"/>
                </a:solidFill>
              </a:defRPr>
            </a:lvl4pPr>
            <a:lvl5pPr>
              <a:defRPr sz="1275">
                <a:solidFill>
                  <a:srgbClr val="627384"/>
                </a:solidFill>
              </a:defRPr>
            </a:lvl5pPr>
            <a:lvl6pPr>
              <a:defRPr sz="1275">
                <a:solidFill>
                  <a:srgbClr val="627384"/>
                </a:solidFill>
              </a:defRPr>
            </a:lvl6pPr>
            <a:lvl7pPr>
              <a:defRPr sz="1275">
                <a:solidFill>
                  <a:srgbClr val="627384"/>
                </a:solidFill>
              </a:defRPr>
            </a:lvl7pPr>
            <a:lvl8pPr>
              <a:defRPr sz="1275">
                <a:solidFill>
                  <a:srgbClr val="627384"/>
                </a:solidFill>
              </a:defRPr>
            </a:lvl8pPr>
            <a:lvl9pPr>
              <a:defRPr sz="1275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275">
                <a:solidFill>
                  <a:srgbClr val="627384"/>
                </a:solidFill>
              </a:defRPr>
            </a:pPr>
            <a:r>
              <a:rPr sz="1275">
                <a:solidFill>
                  <a:srgbClr val="627384"/>
                </a:solidFill>
              </a:rPr>
              <a:t>승리 상태·결과 데이터 반영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57B552-2746-4CF7-87BE-F3313AFF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67175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1"/>
          </a:solidFill>
          <a:ln xmlns:a="http://schemas.openxmlformats.org/drawingml/2006/main" w="9525">
            <a:solidFill>
              <a:srgbClr val="DDF5F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A5E380-5971-4DE6-8245-BABFC0F4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052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AA876"/>
                </a:solidFill>
              </a:defRPr>
            </a:defPPr>
            <a:lvl1pPr>
              <a:defRPr sz="975" b="1">
                <a:solidFill>
                  <a:srgbClr val="2AA876"/>
                </a:solidFill>
              </a:defRPr>
            </a:lvl1pPr>
            <a:lvl2pPr>
              <a:defRPr sz="975" b="1">
                <a:solidFill>
                  <a:srgbClr val="2AA876"/>
                </a:solidFill>
              </a:defRPr>
            </a:lvl2pPr>
            <a:lvl3pPr>
              <a:defRPr sz="975" b="1">
                <a:solidFill>
                  <a:srgbClr val="2AA876"/>
                </a:solidFill>
              </a:defRPr>
            </a:lvl3pPr>
            <a:lvl4pPr>
              <a:defRPr sz="975" b="1">
                <a:solidFill>
                  <a:srgbClr val="2AA876"/>
                </a:solidFill>
              </a:defRPr>
            </a:lvl4pPr>
            <a:lvl5pPr>
              <a:defRPr sz="975" b="1">
                <a:solidFill>
                  <a:srgbClr val="2AA876"/>
                </a:solidFill>
              </a:defRPr>
            </a:lvl5pPr>
            <a:lvl6pPr>
              <a:defRPr sz="975" b="1">
                <a:solidFill>
                  <a:srgbClr val="2AA876"/>
                </a:solidFill>
              </a:defRPr>
            </a:lvl6pPr>
            <a:lvl7pPr>
              <a:defRPr sz="975" b="1">
                <a:solidFill>
                  <a:srgbClr val="2AA876"/>
                </a:solidFill>
              </a:defRPr>
            </a:lvl7pPr>
            <a:lvl8pPr>
              <a:defRPr sz="975" b="1">
                <a:solidFill>
                  <a:srgbClr val="2AA876"/>
                </a:solidFill>
              </a:defRPr>
            </a:lvl8pPr>
            <a:lvl9pPr>
              <a:defRPr sz="975" b="1">
                <a:solidFill>
                  <a:srgbClr val="2AA876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AA876"/>
                </a:solidFill>
              </a:defRPr>
            </a:pPr>
            <a:r>
              <a:rPr sz="975" b="1">
                <a:solidFill>
                  <a:srgbClr val="2AA876"/>
                </a:solidFill>
              </a:rPr>
              <a:t>PASS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946B83-AB43-4775-8075-0E2D1C64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76800"/>
            <a:ext cx="7429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CA9657-2CC2-4C6F-ADD1-67D76C27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863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3 PASS · Sheet 갱신 · Jira 실패 추적 · Slack 성공/실패 알림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93298D-232C-4AC4-9B93-F0978147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9647D2-877B-4791-83C2-0F3C665C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627384"/>
                </a:solidFill>
              </a:defRPr>
            </a:defPPr>
            <a:lvl1pPr>
              <a:defRPr sz="825">
                <a:solidFill>
                  <a:srgbClr val="627384"/>
                </a:solidFill>
              </a:defRPr>
            </a:lvl1pPr>
            <a:lvl2pPr>
              <a:defRPr sz="825">
                <a:solidFill>
                  <a:srgbClr val="627384"/>
                </a:solidFill>
              </a:defRPr>
            </a:lvl2pPr>
            <a:lvl3pPr>
              <a:defRPr sz="825">
                <a:solidFill>
                  <a:srgbClr val="627384"/>
                </a:solidFill>
              </a:defRPr>
            </a:lvl3pPr>
            <a:lvl4pPr>
              <a:defRPr sz="825">
                <a:solidFill>
                  <a:srgbClr val="627384"/>
                </a:solidFill>
              </a:defRPr>
            </a:lvl4pPr>
            <a:lvl5pPr>
              <a:defRPr sz="825">
                <a:solidFill>
                  <a:srgbClr val="627384"/>
                </a:solidFill>
              </a:defRPr>
            </a:lvl5pPr>
            <a:lvl6pPr>
              <a:defRPr sz="825">
                <a:solidFill>
                  <a:srgbClr val="627384"/>
                </a:solidFill>
              </a:defRPr>
            </a:lvl6pPr>
            <a:lvl7pPr>
              <a:defRPr sz="825">
                <a:solidFill>
                  <a:srgbClr val="627384"/>
                </a:solidFill>
              </a:defRPr>
            </a:lvl7pPr>
            <a:lvl8pPr>
              <a:defRPr sz="825">
                <a:solidFill>
                  <a:srgbClr val="627384"/>
                </a:solidFill>
              </a:defRPr>
            </a:lvl8pPr>
            <a:lvl9pPr>
              <a:defRPr sz="825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825">
                <a:solidFill>
                  <a:srgbClr val="627384"/>
                </a:solidFill>
              </a:defRPr>
            </a:pPr>
            <a:r>
              <a:rPr sz="825">
                <a:solidFill>
                  <a:srgbClr val="627384"/>
                </a:solidFill>
              </a:rPr>
              <a:t>Bomber QA Automation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49873A-FC63-4BEC-A2D3-C66A35CD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722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384"/>
                </a:solidFill>
              </a:defRPr>
            </a:defPPr>
            <a:lvl1pPr>
              <a:defRPr sz="825" b="1">
                <a:solidFill>
                  <a:srgbClr val="627384"/>
                </a:solidFill>
              </a:defRPr>
            </a:lvl1pPr>
            <a:lvl2pPr>
              <a:defRPr sz="825" b="1">
                <a:solidFill>
                  <a:srgbClr val="627384"/>
                </a:solidFill>
              </a:defRPr>
            </a:lvl2pPr>
            <a:lvl3pPr>
              <a:defRPr sz="825" b="1">
                <a:solidFill>
                  <a:srgbClr val="627384"/>
                </a:solidFill>
              </a:defRPr>
            </a:lvl3pPr>
            <a:lvl4pPr>
              <a:defRPr sz="825" b="1">
                <a:solidFill>
                  <a:srgbClr val="627384"/>
                </a:solidFill>
              </a:defRPr>
            </a:lvl4pPr>
            <a:lvl5pPr>
              <a:defRPr sz="825" b="1">
                <a:solidFill>
                  <a:srgbClr val="627384"/>
                </a:solidFill>
              </a:defRPr>
            </a:lvl5pPr>
            <a:lvl6pPr>
              <a:defRPr sz="825" b="1">
                <a:solidFill>
                  <a:srgbClr val="627384"/>
                </a:solidFill>
              </a:defRPr>
            </a:lvl6pPr>
            <a:lvl7pPr>
              <a:defRPr sz="825" b="1">
                <a:solidFill>
                  <a:srgbClr val="627384"/>
                </a:solidFill>
              </a:defRPr>
            </a:lvl7pPr>
            <a:lvl8pPr>
              <a:defRPr sz="825" b="1">
                <a:solidFill>
                  <a:srgbClr val="627384"/>
                </a:solidFill>
              </a:defRPr>
            </a:lvl8pPr>
            <a:lvl9pPr>
              <a:defRPr sz="825" b="1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27384"/>
                </a:solidFill>
              </a:defRPr>
            </a:pPr>
            <a:r>
              <a:rPr sz="825" b="1">
                <a:solidFill>
                  <a:srgbClr val="627384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797955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49B43E-1652-4E5C-BC74-3DFB9A24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8A999"/>
                </a:solidFill>
              </a:defRPr>
            </a:defPPr>
            <a:lvl1pPr>
              <a:defRPr sz="975" b="1">
                <a:solidFill>
                  <a:srgbClr val="18A999"/>
                </a:solidFill>
              </a:defRPr>
            </a:lvl1pPr>
            <a:lvl2pPr>
              <a:defRPr sz="975" b="1">
                <a:solidFill>
                  <a:srgbClr val="18A999"/>
                </a:solidFill>
              </a:defRPr>
            </a:lvl2pPr>
            <a:lvl3pPr>
              <a:defRPr sz="975" b="1">
                <a:solidFill>
                  <a:srgbClr val="18A999"/>
                </a:solidFill>
              </a:defRPr>
            </a:lvl3pPr>
            <a:lvl4pPr>
              <a:defRPr sz="975" b="1">
                <a:solidFill>
                  <a:srgbClr val="18A999"/>
                </a:solidFill>
              </a:defRPr>
            </a:lvl4pPr>
            <a:lvl5pPr>
              <a:defRPr sz="975" b="1">
                <a:solidFill>
                  <a:srgbClr val="18A999"/>
                </a:solidFill>
              </a:defRPr>
            </a:lvl5pPr>
            <a:lvl6pPr>
              <a:defRPr sz="975" b="1">
                <a:solidFill>
                  <a:srgbClr val="18A999"/>
                </a:solidFill>
              </a:defRPr>
            </a:lvl6pPr>
            <a:lvl7pPr>
              <a:defRPr sz="975" b="1">
                <a:solidFill>
                  <a:srgbClr val="18A999"/>
                </a:solidFill>
              </a:defRPr>
            </a:lvl7pPr>
            <a:lvl8pPr>
              <a:defRPr sz="975" b="1">
                <a:solidFill>
                  <a:srgbClr val="18A999"/>
                </a:solidFill>
              </a:defRPr>
            </a:lvl8pPr>
            <a:lvl9pPr>
              <a:defRPr sz="975" b="1">
                <a:solidFill>
                  <a:srgbClr val="18A99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08 ·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C8C5A-5B11-4DD9-B728-1D03B2CF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A43"/>
                </a:solidFill>
              </a:defRPr>
            </a:defPPr>
            <a:lvl1pPr>
              <a:defRPr sz="2850" b="1">
                <a:solidFill>
                  <a:srgbClr val="102A43"/>
                </a:solidFill>
              </a:defRPr>
            </a:lvl1pPr>
            <a:lvl2pPr>
              <a:defRPr sz="2850" b="1">
                <a:solidFill>
                  <a:srgbClr val="102A43"/>
                </a:solidFill>
              </a:defRPr>
            </a:lvl2pPr>
            <a:lvl3pPr>
              <a:defRPr sz="2850" b="1">
                <a:solidFill>
                  <a:srgbClr val="102A43"/>
                </a:solidFill>
              </a:defRPr>
            </a:lvl3pPr>
            <a:lvl4pPr>
              <a:defRPr sz="2850" b="1">
                <a:solidFill>
                  <a:srgbClr val="102A43"/>
                </a:solidFill>
              </a:defRPr>
            </a:lvl4pPr>
            <a:lvl5pPr>
              <a:defRPr sz="2850" b="1">
                <a:solidFill>
                  <a:srgbClr val="102A43"/>
                </a:solidFill>
              </a:defRPr>
            </a:lvl5pPr>
            <a:lvl6pPr>
              <a:defRPr sz="2850" b="1">
                <a:solidFill>
                  <a:srgbClr val="102A43"/>
                </a:solidFill>
              </a:defRPr>
            </a:lvl6pPr>
            <a:lvl7pPr>
              <a:defRPr sz="2850" b="1">
                <a:solidFill>
                  <a:srgbClr val="102A43"/>
                </a:solidFill>
              </a:defRPr>
            </a:lvl7pPr>
            <a:lvl8pPr>
              <a:defRPr sz="2850" b="1">
                <a:solidFill>
                  <a:srgbClr val="102A43"/>
                </a:solidFill>
              </a:defRPr>
            </a:lvl8pPr>
            <a:lvl9pPr>
              <a:defRPr sz="28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결과를 기록하고 공유하는 협업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2A122-2738-4508-9B9F-E340597C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27384"/>
                </a:solidFill>
              </a:defRPr>
            </a:defPPr>
            <a:lvl1pPr>
              <a:defRPr sz="1350">
                <a:solidFill>
                  <a:srgbClr val="627384"/>
                </a:solidFill>
              </a:defRPr>
            </a:lvl1pPr>
            <a:lvl2pPr>
              <a:defRPr sz="1350">
                <a:solidFill>
                  <a:srgbClr val="627384"/>
                </a:solidFill>
              </a:defRPr>
            </a:lvl2pPr>
            <a:lvl3pPr>
              <a:defRPr sz="1350">
                <a:solidFill>
                  <a:srgbClr val="627384"/>
                </a:solidFill>
              </a:defRPr>
            </a:lvl3pPr>
            <a:lvl4pPr>
              <a:defRPr sz="1350">
                <a:solidFill>
                  <a:srgbClr val="627384"/>
                </a:solidFill>
              </a:defRPr>
            </a:lvl4pPr>
            <a:lvl5pPr>
              <a:defRPr sz="1350">
                <a:solidFill>
                  <a:srgbClr val="627384"/>
                </a:solidFill>
              </a:defRPr>
            </a:lvl5pPr>
            <a:lvl6pPr>
              <a:defRPr sz="1350">
                <a:solidFill>
                  <a:srgbClr val="627384"/>
                </a:solidFill>
              </a:defRPr>
            </a:lvl6pPr>
            <a:lvl7pPr>
              <a:defRPr sz="1350">
                <a:solidFill>
                  <a:srgbClr val="627384"/>
                </a:solidFill>
              </a:defRPr>
            </a:lvl7pPr>
            <a:lvl8pPr>
              <a:defRPr sz="1350">
                <a:solidFill>
                  <a:srgbClr val="627384"/>
                </a:solidFill>
              </a:defRPr>
            </a:lvl8pPr>
            <a:lvl9pPr>
              <a:defRPr sz="1350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627384"/>
                </a:solidFill>
              </a:defRPr>
            </a:pPr>
            <a:r>
              <a:rPr sz="1350">
                <a:solidFill>
                  <a:srgbClr val="627384"/>
                </a:solidFill>
              </a:rPr>
              <a:t>테스트가 끝나면 필요한 사람이 같은 정보를 바로 확인할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50BB27-4EA6-4105-A0E7-89D3769B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105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8AE38-27E8-4158-A3C8-4041B784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A876"/>
          </a:solidFill>
          <a:ln xmlns:a="http://schemas.openxmlformats.org/drawingml/2006/main" w="9525">
            <a:solidFill>
              <a:srgbClr val="2AA87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F6E54-92BD-410E-808F-495112D5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9525">
            <a:solidFill>
              <a:srgbClr val="2AA87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F341C-BF4D-41C0-8BD2-1B80EBE8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86000"/>
            <a:ext cx="3638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AA876"/>
                </a:solidFill>
              </a:defRPr>
            </a:defPPr>
            <a:lvl1pPr>
              <a:defRPr sz="900" b="1">
                <a:solidFill>
                  <a:srgbClr val="2AA876"/>
                </a:solidFill>
              </a:defRPr>
            </a:lvl1pPr>
            <a:lvl2pPr>
              <a:defRPr sz="900" b="1">
                <a:solidFill>
                  <a:srgbClr val="2AA876"/>
                </a:solidFill>
              </a:defRPr>
            </a:lvl2pPr>
            <a:lvl3pPr>
              <a:defRPr sz="900" b="1">
                <a:solidFill>
                  <a:srgbClr val="2AA876"/>
                </a:solidFill>
              </a:defRPr>
            </a:lvl3pPr>
            <a:lvl4pPr>
              <a:defRPr sz="900" b="1">
                <a:solidFill>
                  <a:srgbClr val="2AA876"/>
                </a:solidFill>
              </a:defRPr>
            </a:lvl4pPr>
            <a:lvl5pPr>
              <a:defRPr sz="900" b="1">
                <a:solidFill>
                  <a:srgbClr val="2AA876"/>
                </a:solidFill>
              </a:defRPr>
            </a:lvl5pPr>
            <a:lvl6pPr>
              <a:defRPr sz="900" b="1">
                <a:solidFill>
                  <a:srgbClr val="2AA876"/>
                </a:solidFill>
              </a:defRPr>
            </a:lvl6pPr>
            <a:lvl7pPr>
              <a:defRPr sz="900" b="1">
                <a:solidFill>
                  <a:srgbClr val="2AA876"/>
                </a:solidFill>
              </a:defRPr>
            </a:lvl7pPr>
            <a:lvl8pPr>
              <a:defRPr sz="900" b="1">
                <a:solidFill>
                  <a:srgbClr val="2AA876"/>
                </a:solidFill>
              </a:defRPr>
            </a:lvl8pPr>
            <a:lvl9pPr>
              <a:defRPr sz="900" b="1">
                <a:solidFill>
                  <a:srgbClr val="2AA876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2AA876"/>
                </a:solidFill>
              </a:defRPr>
            </a:pPr>
            <a:r>
              <a:rPr sz="900" b="1">
                <a:solidFill>
                  <a:srgbClr val="2AA876"/>
                </a:solidFill>
              </a:rPr>
              <a:t>TC /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CED32-16A8-4B4B-9DEA-BED04CAA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43175"/>
            <a:ext cx="3638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A43"/>
                </a:solidFill>
              </a:defRPr>
            </a:defPPr>
            <a:lvl1pPr>
              <a:defRPr sz="1725" b="1">
                <a:solidFill>
                  <a:srgbClr val="102A43"/>
                </a:solidFill>
              </a:defRPr>
            </a:lvl1pPr>
            <a:lvl2pPr>
              <a:defRPr sz="1725" b="1">
                <a:solidFill>
                  <a:srgbClr val="102A43"/>
                </a:solidFill>
              </a:defRPr>
            </a:lvl2pPr>
            <a:lvl3pPr>
              <a:defRPr sz="1725" b="1">
                <a:solidFill>
                  <a:srgbClr val="102A43"/>
                </a:solidFill>
              </a:defRPr>
            </a:lvl3pPr>
            <a:lvl4pPr>
              <a:defRPr sz="1725" b="1">
                <a:solidFill>
                  <a:srgbClr val="102A43"/>
                </a:solidFill>
              </a:defRPr>
            </a:lvl4pPr>
            <a:lvl5pPr>
              <a:defRPr sz="1725" b="1">
                <a:solidFill>
                  <a:srgbClr val="102A43"/>
                </a:solidFill>
              </a:defRPr>
            </a:lvl5pPr>
            <a:lvl6pPr>
              <a:defRPr sz="1725" b="1">
                <a:solidFill>
                  <a:srgbClr val="102A43"/>
                </a:solidFill>
              </a:defRPr>
            </a:lvl6pPr>
            <a:lvl7pPr>
              <a:defRPr sz="1725" b="1">
                <a:solidFill>
                  <a:srgbClr val="102A43"/>
                </a:solidFill>
              </a:defRPr>
            </a:lvl7pPr>
            <a:lvl8pPr>
              <a:defRPr sz="1725" b="1">
                <a:solidFill>
                  <a:srgbClr val="102A43"/>
                </a:solidFill>
              </a:defRPr>
            </a:lvl8pPr>
            <a:lvl9pPr>
              <a:defRPr sz="17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Google Sheet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96317-CC81-44E0-B502-3619C1AC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1465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627384"/>
                </a:solidFill>
              </a:defRPr>
            </a:defPPr>
            <a:lvl1pPr>
              <a:defRPr sz="1125">
                <a:solidFill>
                  <a:srgbClr val="627384"/>
                </a:solidFill>
              </a:defRPr>
            </a:lvl1pPr>
            <a:lvl2pPr>
              <a:defRPr sz="1125">
                <a:solidFill>
                  <a:srgbClr val="627384"/>
                </a:solidFill>
              </a:defRPr>
            </a:lvl2pPr>
            <a:lvl3pPr>
              <a:defRPr sz="1125">
                <a:solidFill>
                  <a:srgbClr val="627384"/>
                </a:solidFill>
              </a:defRPr>
            </a:lvl3pPr>
            <a:lvl4pPr>
              <a:defRPr sz="1125">
                <a:solidFill>
                  <a:srgbClr val="627384"/>
                </a:solidFill>
              </a:defRPr>
            </a:lvl4pPr>
            <a:lvl5pPr>
              <a:defRPr sz="1125">
                <a:solidFill>
                  <a:srgbClr val="627384"/>
                </a:solidFill>
              </a:defRPr>
            </a:lvl5pPr>
            <a:lvl6pPr>
              <a:defRPr sz="1125">
                <a:solidFill>
                  <a:srgbClr val="627384"/>
                </a:solidFill>
              </a:defRPr>
            </a:lvl6pPr>
            <a:lvl7pPr>
              <a:defRPr sz="1125">
                <a:solidFill>
                  <a:srgbClr val="627384"/>
                </a:solidFill>
              </a:defRPr>
            </a:lvl7pPr>
            <a:lvl8pPr>
              <a:defRPr sz="1125">
                <a:solidFill>
                  <a:srgbClr val="627384"/>
                </a:solidFill>
              </a:defRPr>
            </a:lvl8pPr>
            <a:lvl9pPr>
              <a:defRPr sz="1125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125">
                <a:solidFill>
                  <a:srgbClr val="627384"/>
                </a:solidFill>
              </a:defRPr>
            </a:pPr>
            <a:r>
              <a:rPr sz="1125">
                <a:solidFill>
                  <a:srgbClr val="627384"/>
                </a:solidFill>
              </a:rPr>
              <a:t>테스트 케이스와 실행 결과를 한 표에서 관리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1CE71-0D84-41AB-8323-A41998FB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5105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8846B-2E8A-46AC-BDA2-FFECBA6D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9525">
            <a:solidFill>
              <a:srgbClr val="F4A26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861AD-89B2-4BB6-9649-03989F38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145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9525">
            <a:solidFill>
              <a:srgbClr val="F4A26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5878D-10CE-4BDB-8C7B-285530E6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86000"/>
            <a:ext cx="3638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4A261"/>
                </a:solidFill>
              </a:defRPr>
            </a:defPPr>
            <a:lvl1pPr>
              <a:defRPr sz="900" b="1">
                <a:solidFill>
                  <a:srgbClr val="F4A261"/>
                </a:solidFill>
              </a:defRPr>
            </a:lvl1pPr>
            <a:lvl2pPr>
              <a:defRPr sz="900" b="1">
                <a:solidFill>
                  <a:srgbClr val="F4A261"/>
                </a:solidFill>
              </a:defRPr>
            </a:lvl2pPr>
            <a:lvl3pPr>
              <a:defRPr sz="900" b="1">
                <a:solidFill>
                  <a:srgbClr val="F4A261"/>
                </a:solidFill>
              </a:defRPr>
            </a:lvl3pPr>
            <a:lvl4pPr>
              <a:defRPr sz="900" b="1">
                <a:solidFill>
                  <a:srgbClr val="F4A261"/>
                </a:solidFill>
              </a:defRPr>
            </a:lvl4pPr>
            <a:lvl5pPr>
              <a:defRPr sz="900" b="1">
                <a:solidFill>
                  <a:srgbClr val="F4A261"/>
                </a:solidFill>
              </a:defRPr>
            </a:lvl5pPr>
            <a:lvl6pPr>
              <a:defRPr sz="900" b="1">
                <a:solidFill>
                  <a:srgbClr val="F4A261"/>
                </a:solidFill>
              </a:defRPr>
            </a:lvl6pPr>
            <a:lvl7pPr>
              <a:defRPr sz="900" b="1">
                <a:solidFill>
                  <a:srgbClr val="F4A261"/>
                </a:solidFill>
              </a:defRPr>
            </a:lvl7pPr>
            <a:lvl8pPr>
              <a:defRPr sz="900" b="1">
                <a:solidFill>
                  <a:srgbClr val="F4A261"/>
                </a:solidFill>
              </a:defRPr>
            </a:lvl8pPr>
            <a:lvl9pPr>
              <a:defRPr sz="900" b="1">
                <a:solidFill>
                  <a:srgbClr val="F4A261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4A261"/>
                </a:solidFill>
              </a:defRPr>
            </a:pPr>
            <a:r>
              <a:rPr sz="900" b="1">
                <a:solidFill>
                  <a:srgbClr val="F4A261"/>
                </a:solidFill>
              </a:rPr>
              <a:t>FAIL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92CF6-C821-492B-9AC8-D6F19153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43175"/>
            <a:ext cx="3638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A43"/>
                </a:solidFill>
              </a:defRPr>
            </a:defPPr>
            <a:lvl1pPr>
              <a:defRPr sz="1725" b="1">
                <a:solidFill>
                  <a:srgbClr val="102A43"/>
                </a:solidFill>
              </a:defRPr>
            </a:lvl1pPr>
            <a:lvl2pPr>
              <a:defRPr sz="1725" b="1">
                <a:solidFill>
                  <a:srgbClr val="102A43"/>
                </a:solidFill>
              </a:defRPr>
            </a:lvl2pPr>
            <a:lvl3pPr>
              <a:defRPr sz="1725" b="1">
                <a:solidFill>
                  <a:srgbClr val="102A43"/>
                </a:solidFill>
              </a:defRPr>
            </a:lvl3pPr>
            <a:lvl4pPr>
              <a:defRPr sz="1725" b="1">
                <a:solidFill>
                  <a:srgbClr val="102A43"/>
                </a:solidFill>
              </a:defRPr>
            </a:lvl4pPr>
            <a:lvl5pPr>
              <a:defRPr sz="1725" b="1">
                <a:solidFill>
                  <a:srgbClr val="102A43"/>
                </a:solidFill>
              </a:defRPr>
            </a:lvl5pPr>
            <a:lvl6pPr>
              <a:defRPr sz="1725" b="1">
                <a:solidFill>
                  <a:srgbClr val="102A43"/>
                </a:solidFill>
              </a:defRPr>
            </a:lvl6pPr>
            <a:lvl7pPr>
              <a:defRPr sz="1725" b="1">
                <a:solidFill>
                  <a:srgbClr val="102A43"/>
                </a:solidFill>
              </a:defRPr>
            </a:lvl7pPr>
            <a:lvl8pPr>
              <a:defRPr sz="1725" b="1">
                <a:solidFill>
                  <a:srgbClr val="102A43"/>
                </a:solidFill>
              </a:defRPr>
            </a:lvl8pPr>
            <a:lvl9pPr>
              <a:defRPr sz="17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Jira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860115-C6CC-48A2-B92A-C28EAD67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1465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627384"/>
                </a:solidFill>
              </a:defRPr>
            </a:defPPr>
            <a:lvl1pPr>
              <a:defRPr sz="1125">
                <a:solidFill>
                  <a:srgbClr val="627384"/>
                </a:solidFill>
              </a:defRPr>
            </a:lvl1pPr>
            <a:lvl2pPr>
              <a:defRPr sz="1125">
                <a:solidFill>
                  <a:srgbClr val="627384"/>
                </a:solidFill>
              </a:defRPr>
            </a:lvl2pPr>
            <a:lvl3pPr>
              <a:defRPr sz="1125">
                <a:solidFill>
                  <a:srgbClr val="627384"/>
                </a:solidFill>
              </a:defRPr>
            </a:lvl3pPr>
            <a:lvl4pPr>
              <a:defRPr sz="1125">
                <a:solidFill>
                  <a:srgbClr val="627384"/>
                </a:solidFill>
              </a:defRPr>
            </a:lvl4pPr>
            <a:lvl5pPr>
              <a:defRPr sz="1125">
                <a:solidFill>
                  <a:srgbClr val="627384"/>
                </a:solidFill>
              </a:defRPr>
            </a:lvl5pPr>
            <a:lvl6pPr>
              <a:defRPr sz="1125">
                <a:solidFill>
                  <a:srgbClr val="627384"/>
                </a:solidFill>
              </a:defRPr>
            </a:lvl6pPr>
            <a:lvl7pPr>
              <a:defRPr sz="1125">
                <a:solidFill>
                  <a:srgbClr val="627384"/>
                </a:solidFill>
              </a:defRPr>
            </a:lvl7pPr>
            <a:lvl8pPr>
              <a:defRPr sz="1125">
                <a:solidFill>
                  <a:srgbClr val="627384"/>
                </a:solidFill>
              </a:defRPr>
            </a:lvl8pPr>
            <a:lvl9pPr>
              <a:defRPr sz="1125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125">
                <a:solidFill>
                  <a:srgbClr val="627384"/>
                </a:solidFill>
              </a:defRPr>
            </a:pPr>
            <a:r>
              <a:rPr sz="1125">
                <a:solidFill>
                  <a:srgbClr val="627384"/>
                </a:solidFill>
              </a:rPr>
              <a:t>실패 시 결함 이슈 생성 또는 기존 이슈에 실행 내용 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5F2CD3-FCF1-4809-A0B1-27C3EE9D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5105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79D4AD-F742-4C52-B6CA-B9B51630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A5F"/>
          </a:solidFill>
          <a:ln xmlns:a="http://schemas.openxmlformats.org/drawingml/2006/main" w="9525">
            <a:solidFill>
              <a:srgbClr val="163A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A6390E-3F14-4263-A053-87361889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00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9525">
            <a:solidFill>
              <a:srgbClr val="163A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A33175-4DF5-4A86-98B0-7CEEF13A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81450"/>
            <a:ext cx="3638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3A5F"/>
                </a:solidFill>
              </a:defRPr>
            </a:defPPr>
            <a:lvl1pPr>
              <a:defRPr sz="900" b="1">
                <a:solidFill>
                  <a:srgbClr val="163A5F"/>
                </a:solidFill>
              </a:defRPr>
            </a:lvl1pPr>
            <a:lvl2pPr>
              <a:defRPr sz="900" b="1">
                <a:solidFill>
                  <a:srgbClr val="163A5F"/>
                </a:solidFill>
              </a:defRPr>
            </a:lvl2pPr>
            <a:lvl3pPr>
              <a:defRPr sz="900" b="1">
                <a:solidFill>
                  <a:srgbClr val="163A5F"/>
                </a:solidFill>
              </a:defRPr>
            </a:lvl3pPr>
            <a:lvl4pPr>
              <a:defRPr sz="900" b="1">
                <a:solidFill>
                  <a:srgbClr val="163A5F"/>
                </a:solidFill>
              </a:defRPr>
            </a:lvl4pPr>
            <a:lvl5pPr>
              <a:defRPr sz="900" b="1">
                <a:solidFill>
                  <a:srgbClr val="163A5F"/>
                </a:solidFill>
              </a:defRPr>
            </a:lvl5pPr>
            <a:lvl6pPr>
              <a:defRPr sz="900" b="1">
                <a:solidFill>
                  <a:srgbClr val="163A5F"/>
                </a:solidFill>
              </a:defRPr>
            </a:lvl6pPr>
            <a:lvl7pPr>
              <a:defRPr sz="900" b="1">
                <a:solidFill>
                  <a:srgbClr val="163A5F"/>
                </a:solidFill>
              </a:defRPr>
            </a:lvl7pPr>
            <a:lvl8pPr>
              <a:defRPr sz="900" b="1">
                <a:solidFill>
                  <a:srgbClr val="163A5F"/>
                </a:solidFill>
              </a:defRPr>
            </a:lvl8pPr>
            <a:lvl9pPr>
              <a:defRPr sz="900" b="1">
                <a:solidFill>
                  <a:srgbClr val="163A5F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3A5F"/>
                </a:solidFill>
              </a:defRPr>
            </a:pPr>
            <a:r>
              <a:rPr sz="900" b="1">
                <a:solidFill>
                  <a:srgbClr val="163A5F"/>
                </a:solidFill>
              </a:rPr>
              <a:t>EVERY RUN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AD4346-7EA8-49F8-9599-33F882DA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38625"/>
            <a:ext cx="3638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A43"/>
                </a:solidFill>
              </a:defRPr>
            </a:defPPr>
            <a:lvl1pPr>
              <a:defRPr sz="1725" b="1">
                <a:solidFill>
                  <a:srgbClr val="102A43"/>
                </a:solidFill>
              </a:defRPr>
            </a:lvl1pPr>
            <a:lvl2pPr>
              <a:defRPr sz="1725" b="1">
                <a:solidFill>
                  <a:srgbClr val="102A43"/>
                </a:solidFill>
              </a:defRPr>
            </a:lvl2pPr>
            <a:lvl3pPr>
              <a:defRPr sz="1725" b="1">
                <a:solidFill>
                  <a:srgbClr val="102A43"/>
                </a:solidFill>
              </a:defRPr>
            </a:lvl3pPr>
            <a:lvl4pPr>
              <a:defRPr sz="1725" b="1">
                <a:solidFill>
                  <a:srgbClr val="102A43"/>
                </a:solidFill>
              </a:defRPr>
            </a:lvl4pPr>
            <a:lvl5pPr>
              <a:defRPr sz="1725" b="1">
                <a:solidFill>
                  <a:srgbClr val="102A43"/>
                </a:solidFill>
              </a:defRPr>
            </a:lvl5pPr>
            <a:lvl6pPr>
              <a:defRPr sz="1725" b="1">
                <a:solidFill>
                  <a:srgbClr val="102A43"/>
                </a:solidFill>
              </a:defRPr>
            </a:lvl6pPr>
            <a:lvl7pPr>
              <a:defRPr sz="1725" b="1">
                <a:solidFill>
                  <a:srgbClr val="102A43"/>
                </a:solidFill>
              </a:defRPr>
            </a:lvl7pPr>
            <a:lvl8pPr>
              <a:defRPr sz="1725" b="1">
                <a:solidFill>
                  <a:srgbClr val="102A43"/>
                </a:solidFill>
              </a:defRPr>
            </a:lvl8pPr>
            <a:lvl9pPr>
              <a:defRPr sz="17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Slack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8100EF-8B8B-4EA7-B573-0FB34AC3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101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627384"/>
                </a:solidFill>
              </a:defRPr>
            </a:defPPr>
            <a:lvl1pPr>
              <a:defRPr sz="1125">
                <a:solidFill>
                  <a:srgbClr val="627384"/>
                </a:solidFill>
              </a:defRPr>
            </a:lvl1pPr>
            <a:lvl2pPr>
              <a:defRPr sz="1125">
                <a:solidFill>
                  <a:srgbClr val="627384"/>
                </a:solidFill>
              </a:defRPr>
            </a:lvl2pPr>
            <a:lvl3pPr>
              <a:defRPr sz="1125">
                <a:solidFill>
                  <a:srgbClr val="627384"/>
                </a:solidFill>
              </a:defRPr>
            </a:lvl3pPr>
            <a:lvl4pPr>
              <a:defRPr sz="1125">
                <a:solidFill>
                  <a:srgbClr val="627384"/>
                </a:solidFill>
              </a:defRPr>
            </a:lvl4pPr>
            <a:lvl5pPr>
              <a:defRPr sz="1125">
                <a:solidFill>
                  <a:srgbClr val="627384"/>
                </a:solidFill>
              </a:defRPr>
            </a:lvl5pPr>
            <a:lvl6pPr>
              <a:defRPr sz="1125">
                <a:solidFill>
                  <a:srgbClr val="627384"/>
                </a:solidFill>
              </a:defRPr>
            </a:lvl6pPr>
            <a:lvl7pPr>
              <a:defRPr sz="1125">
                <a:solidFill>
                  <a:srgbClr val="627384"/>
                </a:solidFill>
              </a:defRPr>
            </a:lvl7pPr>
            <a:lvl8pPr>
              <a:defRPr sz="1125">
                <a:solidFill>
                  <a:srgbClr val="627384"/>
                </a:solidFill>
              </a:defRPr>
            </a:lvl8pPr>
            <a:lvl9pPr>
              <a:defRPr sz="1125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125">
                <a:solidFill>
                  <a:srgbClr val="627384"/>
                </a:solidFill>
              </a:defRPr>
            </a:pPr>
            <a:r>
              <a:rPr sz="1125">
                <a:solidFill>
                  <a:srgbClr val="627384"/>
                </a:solidFill>
              </a:rPr>
              <a:t>실행 개수·성공·실패를 매번 달라지는 값으로 알림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A96F81-61A2-46C2-A99B-EDFA3FEA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5105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864149-43A0-4B8F-A2F8-DF3FB3DF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9525">
            <a:solidFill>
              <a:srgbClr val="18A99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41F3C2-4DCF-4948-92B9-07501068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00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9525">
            <a:solidFill>
              <a:srgbClr val="18A99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B21D5A-9F5A-4C61-8276-6864D17D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81450"/>
            <a:ext cx="3638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8A999"/>
                </a:solidFill>
              </a:defRPr>
            </a:defPPr>
            <a:lvl1pPr>
              <a:defRPr sz="900" b="1">
                <a:solidFill>
                  <a:srgbClr val="18A999"/>
                </a:solidFill>
              </a:defRPr>
            </a:lvl1pPr>
            <a:lvl2pPr>
              <a:defRPr sz="900" b="1">
                <a:solidFill>
                  <a:srgbClr val="18A999"/>
                </a:solidFill>
              </a:defRPr>
            </a:lvl2pPr>
            <a:lvl3pPr>
              <a:defRPr sz="900" b="1">
                <a:solidFill>
                  <a:srgbClr val="18A999"/>
                </a:solidFill>
              </a:defRPr>
            </a:lvl3pPr>
            <a:lvl4pPr>
              <a:defRPr sz="900" b="1">
                <a:solidFill>
                  <a:srgbClr val="18A999"/>
                </a:solidFill>
              </a:defRPr>
            </a:lvl4pPr>
            <a:lvl5pPr>
              <a:defRPr sz="900" b="1">
                <a:solidFill>
                  <a:srgbClr val="18A999"/>
                </a:solidFill>
              </a:defRPr>
            </a:lvl5pPr>
            <a:lvl6pPr>
              <a:defRPr sz="900" b="1">
                <a:solidFill>
                  <a:srgbClr val="18A999"/>
                </a:solidFill>
              </a:defRPr>
            </a:lvl6pPr>
            <a:lvl7pPr>
              <a:defRPr sz="900" b="1">
                <a:solidFill>
                  <a:srgbClr val="18A999"/>
                </a:solidFill>
              </a:defRPr>
            </a:lvl7pPr>
            <a:lvl8pPr>
              <a:defRPr sz="900" b="1">
                <a:solidFill>
                  <a:srgbClr val="18A999"/>
                </a:solidFill>
              </a:defRPr>
            </a:lvl8pPr>
            <a:lvl9pPr>
              <a:defRPr sz="900" b="1">
                <a:solidFill>
                  <a:srgbClr val="18A999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8A999"/>
                </a:solidFill>
              </a:defRPr>
            </a:pPr>
            <a:r>
              <a:rPr sz="900" b="1">
                <a:solidFill>
                  <a:srgbClr val="18A999"/>
                </a:solidFill>
              </a:rPr>
              <a:t>HISTORY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9909D9-BAA3-4036-8E1B-55F111DA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38625"/>
            <a:ext cx="3638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02A43"/>
                </a:solidFill>
              </a:defRPr>
            </a:defPPr>
            <a:lvl1pPr>
              <a:defRPr sz="1725" b="1">
                <a:solidFill>
                  <a:srgbClr val="102A43"/>
                </a:solidFill>
              </a:defRPr>
            </a:lvl1pPr>
            <a:lvl2pPr>
              <a:defRPr sz="1725" b="1">
                <a:solidFill>
                  <a:srgbClr val="102A43"/>
                </a:solidFill>
              </a:defRPr>
            </a:lvl2pPr>
            <a:lvl3pPr>
              <a:defRPr sz="1725" b="1">
                <a:solidFill>
                  <a:srgbClr val="102A43"/>
                </a:solidFill>
              </a:defRPr>
            </a:lvl3pPr>
            <a:lvl4pPr>
              <a:defRPr sz="1725" b="1">
                <a:solidFill>
                  <a:srgbClr val="102A43"/>
                </a:solidFill>
              </a:defRPr>
            </a:lvl4pPr>
            <a:lvl5pPr>
              <a:defRPr sz="1725" b="1">
                <a:solidFill>
                  <a:srgbClr val="102A43"/>
                </a:solidFill>
              </a:defRPr>
            </a:lvl5pPr>
            <a:lvl6pPr>
              <a:defRPr sz="1725" b="1">
                <a:solidFill>
                  <a:srgbClr val="102A43"/>
                </a:solidFill>
              </a:defRPr>
            </a:lvl6pPr>
            <a:lvl7pPr>
              <a:defRPr sz="1725" b="1">
                <a:solidFill>
                  <a:srgbClr val="102A43"/>
                </a:solidFill>
              </a:defRPr>
            </a:lvl7pPr>
            <a:lvl8pPr>
              <a:defRPr sz="1725" b="1">
                <a:solidFill>
                  <a:srgbClr val="102A43"/>
                </a:solidFill>
              </a:defRPr>
            </a:lvl8pPr>
            <a:lvl9pPr>
              <a:defRPr sz="17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Notion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72F776-2BC9-459F-9F5A-27B540BD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627384"/>
                </a:solidFill>
              </a:defRPr>
            </a:defPPr>
            <a:lvl1pPr>
              <a:defRPr sz="1125">
                <a:solidFill>
                  <a:srgbClr val="627384"/>
                </a:solidFill>
              </a:defRPr>
            </a:lvl1pPr>
            <a:lvl2pPr>
              <a:defRPr sz="1125">
                <a:solidFill>
                  <a:srgbClr val="627384"/>
                </a:solidFill>
              </a:defRPr>
            </a:lvl2pPr>
            <a:lvl3pPr>
              <a:defRPr sz="1125">
                <a:solidFill>
                  <a:srgbClr val="627384"/>
                </a:solidFill>
              </a:defRPr>
            </a:lvl3pPr>
            <a:lvl4pPr>
              <a:defRPr sz="1125">
                <a:solidFill>
                  <a:srgbClr val="627384"/>
                </a:solidFill>
              </a:defRPr>
            </a:lvl4pPr>
            <a:lvl5pPr>
              <a:defRPr sz="1125">
                <a:solidFill>
                  <a:srgbClr val="627384"/>
                </a:solidFill>
              </a:defRPr>
            </a:lvl5pPr>
            <a:lvl6pPr>
              <a:defRPr sz="1125">
                <a:solidFill>
                  <a:srgbClr val="627384"/>
                </a:solidFill>
              </a:defRPr>
            </a:lvl6pPr>
            <a:lvl7pPr>
              <a:defRPr sz="1125">
                <a:solidFill>
                  <a:srgbClr val="627384"/>
                </a:solidFill>
              </a:defRPr>
            </a:lvl7pPr>
            <a:lvl8pPr>
              <a:defRPr sz="1125">
                <a:solidFill>
                  <a:srgbClr val="627384"/>
                </a:solidFill>
              </a:defRPr>
            </a:lvl8pPr>
            <a:lvl9pPr>
              <a:defRPr sz="1125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125">
                <a:solidFill>
                  <a:srgbClr val="627384"/>
                </a:solidFill>
              </a:defRPr>
            </a:pPr>
            <a:r>
              <a:rPr sz="1125">
                <a:solidFill>
                  <a:srgbClr val="627384"/>
                </a:solidFill>
              </a:rPr>
              <a:t>주차별 작업 기록과 현재 작업·인수인계 관리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D86495-7BD5-4C93-8926-2BFA6E21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DEB4FC-B7D7-4D43-8A1C-7E8518AB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627384"/>
                </a:solidFill>
              </a:defRPr>
            </a:defPPr>
            <a:lvl1pPr>
              <a:defRPr sz="825">
                <a:solidFill>
                  <a:srgbClr val="627384"/>
                </a:solidFill>
              </a:defRPr>
            </a:lvl1pPr>
            <a:lvl2pPr>
              <a:defRPr sz="825">
                <a:solidFill>
                  <a:srgbClr val="627384"/>
                </a:solidFill>
              </a:defRPr>
            </a:lvl2pPr>
            <a:lvl3pPr>
              <a:defRPr sz="825">
                <a:solidFill>
                  <a:srgbClr val="627384"/>
                </a:solidFill>
              </a:defRPr>
            </a:lvl3pPr>
            <a:lvl4pPr>
              <a:defRPr sz="825">
                <a:solidFill>
                  <a:srgbClr val="627384"/>
                </a:solidFill>
              </a:defRPr>
            </a:lvl4pPr>
            <a:lvl5pPr>
              <a:defRPr sz="825">
                <a:solidFill>
                  <a:srgbClr val="627384"/>
                </a:solidFill>
              </a:defRPr>
            </a:lvl5pPr>
            <a:lvl6pPr>
              <a:defRPr sz="825">
                <a:solidFill>
                  <a:srgbClr val="627384"/>
                </a:solidFill>
              </a:defRPr>
            </a:lvl6pPr>
            <a:lvl7pPr>
              <a:defRPr sz="825">
                <a:solidFill>
                  <a:srgbClr val="627384"/>
                </a:solidFill>
              </a:defRPr>
            </a:lvl7pPr>
            <a:lvl8pPr>
              <a:defRPr sz="825">
                <a:solidFill>
                  <a:srgbClr val="627384"/>
                </a:solidFill>
              </a:defRPr>
            </a:lvl8pPr>
            <a:lvl9pPr>
              <a:defRPr sz="825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825">
                <a:solidFill>
                  <a:srgbClr val="627384"/>
                </a:solidFill>
              </a:defRPr>
            </a:pPr>
            <a:r>
              <a:rPr sz="825">
                <a:solidFill>
                  <a:srgbClr val="627384"/>
                </a:solidFill>
              </a:rPr>
              <a:t>Bomber QA Automation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C1AFBF-4F0D-48CE-8185-54EE6FBE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722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384"/>
                </a:solidFill>
              </a:defRPr>
            </a:defPPr>
            <a:lvl1pPr>
              <a:defRPr sz="825" b="1">
                <a:solidFill>
                  <a:srgbClr val="627384"/>
                </a:solidFill>
              </a:defRPr>
            </a:lvl1pPr>
            <a:lvl2pPr>
              <a:defRPr sz="825" b="1">
                <a:solidFill>
                  <a:srgbClr val="627384"/>
                </a:solidFill>
              </a:defRPr>
            </a:lvl2pPr>
            <a:lvl3pPr>
              <a:defRPr sz="825" b="1">
                <a:solidFill>
                  <a:srgbClr val="627384"/>
                </a:solidFill>
              </a:defRPr>
            </a:lvl3pPr>
            <a:lvl4pPr>
              <a:defRPr sz="825" b="1">
                <a:solidFill>
                  <a:srgbClr val="627384"/>
                </a:solidFill>
              </a:defRPr>
            </a:lvl4pPr>
            <a:lvl5pPr>
              <a:defRPr sz="825" b="1">
                <a:solidFill>
                  <a:srgbClr val="627384"/>
                </a:solidFill>
              </a:defRPr>
            </a:lvl5pPr>
            <a:lvl6pPr>
              <a:defRPr sz="825" b="1">
                <a:solidFill>
                  <a:srgbClr val="627384"/>
                </a:solidFill>
              </a:defRPr>
            </a:lvl6pPr>
            <a:lvl7pPr>
              <a:defRPr sz="825" b="1">
                <a:solidFill>
                  <a:srgbClr val="627384"/>
                </a:solidFill>
              </a:defRPr>
            </a:lvl7pPr>
            <a:lvl8pPr>
              <a:defRPr sz="825" b="1">
                <a:solidFill>
                  <a:srgbClr val="627384"/>
                </a:solidFill>
              </a:defRPr>
            </a:lvl8pPr>
            <a:lvl9pPr>
              <a:defRPr sz="825" b="1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27384"/>
                </a:solidFill>
              </a:defRPr>
            </a:pPr>
            <a:r>
              <a:rPr sz="825" b="1">
                <a:solidFill>
                  <a:srgbClr val="627384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405217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43DF1B-6CFA-468D-B074-E194E84F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8A999"/>
                </a:solidFill>
              </a:defRPr>
            </a:defPPr>
            <a:lvl1pPr>
              <a:defRPr sz="975" b="1">
                <a:solidFill>
                  <a:srgbClr val="18A999"/>
                </a:solidFill>
              </a:defRPr>
            </a:lvl1pPr>
            <a:lvl2pPr>
              <a:defRPr sz="975" b="1">
                <a:solidFill>
                  <a:srgbClr val="18A999"/>
                </a:solidFill>
              </a:defRPr>
            </a:lvl2pPr>
            <a:lvl3pPr>
              <a:defRPr sz="975" b="1">
                <a:solidFill>
                  <a:srgbClr val="18A999"/>
                </a:solidFill>
              </a:defRPr>
            </a:lvl3pPr>
            <a:lvl4pPr>
              <a:defRPr sz="975" b="1">
                <a:solidFill>
                  <a:srgbClr val="18A999"/>
                </a:solidFill>
              </a:defRPr>
            </a:lvl4pPr>
            <a:lvl5pPr>
              <a:defRPr sz="975" b="1">
                <a:solidFill>
                  <a:srgbClr val="18A999"/>
                </a:solidFill>
              </a:defRPr>
            </a:lvl5pPr>
            <a:lvl6pPr>
              <a:defRPr sz="975" b="1">
                <a:solidFill>
                  <a:srgbClr val="18A999"/>
                </a:solidFill>
              </a:defRPr>
            </a:lvl6pPr>
            <a:lvl7pPr>
              <a:defRPr sz="975" b="1">
                <a:solidFill>
                  <a:srgbClr val="18A999"/>
                </a:solidFill>
              </a:defRPr>
            </a:lvl7pPr>
            <a:lvl8pPr>
              <a:defRPr sz="975" b="1">
                <a:solidFill>
                  <a:srgbClr val="18A999"/>
                </a:solidFill>
              </a:defRPr>
            </a:lvl8pPr>
            <a:lvl9pPr>
              <a:defRPr sz="975" b="1">
                <a:solidFill>
                  <a:srgbClr val="18A99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09 ·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1D5AF-4BA5-4CD5-8543-5435535F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A43"/>
                </a:solidFill>
              </a:defRPr>
            </a:defPPr>
            <a:lvl1pPr>
              <a:defRPr sz="2850" b="1">
                <a:solidFill>
                  <a:srgbClr val="102A43"/>
                </a:solidFill>
              </a:defRPr>
            </a:lvl1pPr>
            <a:lvl2pPr>
              <a:defRPr sz="2850" b="1">
                <a:solidFill>
                  <a:srgbClr val="102A43"/>
                </a:solidFill>
              </a:defRPr>
            </a:lvl2pPr>
            <a:lvl3pPr>
              <a:defRPr sz="2850" b="1">
                <a:solidFill>
                  <a:srgbClr val="102A43"/>
                </a:solidFill>
              </a:defRPr>
            </a:lvl3pPr>
            <a:lvl4pPr>
              <a:defRPr sz="2850" b="1">
                <a:solidFill>
                  <a:srgbClr val="102A43"/>
                </a:solidFill>
              </a:defRPr>
            </a:lvl4pPr>
            <a:lvl5pPr>
              <a:defRPr sz="2850" b="1">
                <a:solidFill>
                  <a:srgbClr val="102A43"/>
                </a:solidFill>
              </a:defRPr>
            </a:lvl5pPr>
            <a:lvl6pPr>
              <a:defRPr sz="2850" b="1">
                <a:solidFill>
                  <a:srgbClr val="102A43"/>
                </a:solidFill>
              </a:defRPr>
            </a:lvl6pPr>
            <a:lvl7pPr>
              <a:defRPr sz="2850" b="1">
                <a:solidFill>
                  <a:srgbClr val="102A43"/>
                </a:solidFill>
              </a:defRPr>
            </a:lvl7pPr>
            <a:lvl8pPr>
              <a:defRPr sz="2850" b="1">
                <a:solidFill>
                  <a:srgbClr val="102A43"/>
                </a:solidFill>
              </a:defRPr>
            </a:lvl8pPr>
            <a:lvl9pPr>
              <a:defRPr sz="28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증빙을 더하면 바로 제출 가능한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BD63C-6537-40F3-B2E4-D136CFFB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627384"/>
                </a:solidFill>
              </a:defRPr>
            </a:defPPr>
            <a:lvl1pPr>
              <a:defRPr sz="1350">
                <a:solidFill>
                  <a:srgbClr val="627384"/>
                </a:solidFill>
              </a:defRPr>
            </a:lvl1pPr>
            <a:lvl2pPr>
              <a:defRPr sz="1350">
                <a:solidFill>
                  <a:srgbClr val="627384"/>
                </a:solidFill>
              </a:defRPr>
            </a:lvl2pPr>
            <a:lvl3pPr>
              <a:defRPr sz="1350">
                <a:solidFill>
                  <a:srgbClr val="627384"/>
                </a:solidFill>
              </a:defRPr>
            </a:lvl3pPr>
            <a:lvl4pPr>
              <a:defRPr sz="1350">
                <a:solidFill>
                  <a:srgbClr val="627384"/>
                </a:solidFill>
              </a:defRPr>
            </a:lvl4pPr>
            <a:lvl5pPr>
              <a:defRPr sz="1350">
                <a:solidFill>
                  <a:srgbClr val="627384"/>
                </a:solidFill>
              </a:defRPr>
            </a:lvl5pPr>
            <a:lvl6pPr>
              <a:defRPr sz="1350">
                <a:solidFill>
                  <a:srgbClr val="627384"/>
                </a:solidFill>
              </a:defRPr>
            </a:lvl6pPr>
            <a:lvl7pPr>
              <a:defRPr sz="1350">
                <a:solidFill>
                  <a:srgbClr val="627384"/>
                </a:solidFill>
              </a:defRPr>
            </a:lvl7pPr>
            <a:lvl8pPr>
              <a:defRPr sz="1350">
                <a:solidFill>
                  <a:srgbClr val="627384"/>
                </a:solidFill>
              </a:defRPr>
            </a:lvl8pPr>
            <a:lvl9pPr>
              <a:defRPr sz="1350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350">
                <a:solidFill>
                  <a:srgbClr val="627384"/>
                </a:solidFill>
              </a:defRPr>
            </a:pPr>
            <a:r>
              <a:rPr sz="1350">
                <a:solidFill>
                  <a:srgbClr val="627384"/>
                </a:solidFill>
              </a:rPr>
              <a:t>아래 영역에 직접 촬영한 화면과 영상을 연결하면 최종 포트폴리오가 완성됩니다.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E56FF-394C-49E0-964E-65A2EE1A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333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35771-F8D3-4DD2-AB55-C2BD0B31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838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06A23-D99E-4599-A238-F6EF6063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9051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A999"/>
                </a:solidFill>
              </a:defRPr>
            </a:defPPr>
            <a:lvl1pPr>
              <a:defRPr sz="2100" b="1">
                <a:solidFill>
                  <a:srgbClr val="18A999"/>
                </a:solidFill>
              </a:defRPr>
            </a:lvl1pPr>
            <a:lvl2pPr>
              <a:defRPr sz="2100" b="1">
                <a:solidFill>
                  <a:srgbClr val="18A999"/>
                </a:solidFill>
              </a:defRPr>
            </a:lvl2pPr>
            <a:lvl3pPr>
              <a:defRPr sz="2100" b="1">
                <a:solidFill>
                  <a:srgbClr val="18A999"/>
                </a:solidFill>
              </a:defRPr>
            </a:lvl3pPr>
            <a:lvl4pPr>
              <a:defRPr sz="2100" b="1">
                <a:solidFill>
                  <a:srgbClr val="18A999"/>
                </a:solidFill>
              </a:defRPr>
            </a:lvl4pPr>
            <a:lvl5pPr>
              <a:defRPr sz="2100" b="1">
                <a:solidFill>
                  <a:srgbClr val="18A999"/>
                </a:solidFill>
              </a:defRPr>
            </a:lvl5pPr>
            <a:lvl6pPr>
              <a:defRPr sz="2100" b="1">
                <a:solidFill>
                  <a:srgbClr val="18A999"/>
                </a:solidFill>
              </a:defRPr>
            </a:lvl6pPr>
            <a:lvl7pPr>
              <a:defRPr sz="2100" b="1">
                <a:solidFill>
                  <a:srgbClr val="18A999"/>
                </a:solidFill>
              </a:defRPr>
            </a:lvl7pPr>
            <a:lvl8pPr>
              <a:defRPr sz="2100" b="1">
                <a:solidFill>
                  <a:srgbClr val="18A999"/>
                </a:solidFill>
              </a:defRPr>
            </a:lvl8pPr>
            <a:lvl9pPr>
              <a:defRPr sz="2100" b="1">
                <a:solidFill>
                  <a:srgbClr val="18A999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8A999"/>
                </a:solidFill>
              </a:defRPr>
            </a:pPr>
            <a:r>
              <a:rPr sz="2100" b="1">
                <a:solidFill>
                  <a:srgbClr val="18A999"/>
                </a:solidFill>
              </a:rPr>
              <a:t>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A154F-5787-457C-8F11-C4C3F28C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27384"/>
                </a:solidFill>
              </a:defRPr>
            </a:defPPr>
            <a:lvl1pPr>
              <a:defRPr sz="1200" b="1">
                <a:solidFill>
                  <a:srgbClr val="627384"/>
                </a:solidFill>
              </a:defRPr>
            </a:lvl1pPr>
            <a:lvl2pPr>
              <a:defRPr sz="1200" b="1">
                <a:solidFill>
                  <a:srgbClr val="627384"/>
                </a:solidFill>
              </a:defRPr>
            </a:lvl2pPr>
            <a:lvl3pPr>
              <a:defRPr sz="1200" b="1">
                <a:solidFill>
                  <a:srgbClr val="627384"/>
                </a:solidFill>
              </a:defRPr>
            </a:lvl3pPr>
            <a:lvl4pPr>
              <a:defRPr sz="1200" b="1">
                <a:solidFill>
                  <a:srgbClr val="627384"/>
                </a:solidFill>
              </a:defRPr>
            </a:lvl4pPr>
            <a:lvl5pPr>
              <a:defRPr sz="1200" b="1">
                <a:solidFill>
                  <a:srgbClr val="627384"/>
                </a:solidFill>
              </a:defRPr>
            </a:lvl5pPr>
            <a:lvl6pPr>
              <a:defRPr sz="1200" b="1">
                <a:solidFill>
                  <a:srgbClr val="627384"/>
                </a:solidFill>
              </a:defRPr>
            </a:lvl6pPr>
            <a:lvl7pPr>
              <a:defRPr sz="1200" b="1">
                <a:solidFill>
                  <a:srgbClr val="627384"/>
                </a:solidFill>
              </a:defRPr>
            </a:lvl7pPr>
            <a:lvl8pPr>
              <a:defRPr sz="1200" b="1">
                <a:solidFill>
                  <a:srgbClr val="627384"/>
                </a:solidFill>
              </a:defRPr>
            </a:lvl8pPr>
            <a:lvl9pPr>
              <a:defRPr sz="1200" b="1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627384"/>
                </a:solidFill>
              </a:defRPr>
            </a:pPr>
            <a:r>
              <a:rPr sz="1200" b="1">
                <a:solidFill>
                  <a:srgbClr val="627384"/>
                </a:solidFill>
              </a:rPr>
              <a:t>Unreal 테스트 실행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0AA37-0BBC-4A7E-BD00-B1C3DFC9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38350"/>
            <a:ext cx="3333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6E3DA-AE48-467C-8733-9DF33BB2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38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87FF6-AAF8-49C7-9B5A-1BA10D34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051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A999"/>
                </a:solidFill>
              </a:defRPr>
            </a:defPPr>
            <a:lvl1pPr>
              <a:defRPr sz="2100" b="1">
                <a:solidFill>
                  <a:srgbClr val="18A999"/>
                </a:solidFill>
              </a:defRPr>
            </a:lvl1pPr>
            <a:lvl2pPr>
              <a:defRPr sz="2100" b="1">
                <a:solidFill>
                  <a:srgbClr val="18A999"/>
                </a:solidFill>
              </a:defRPr>
            </a:lvl2pPr>
            <a:lvl3pPr>
              <a:defRPr sz="2100" b="1">
                <a:solidFill>
                  <a:srgbClr val="18A999"/>
                </a:solidFill>
              </a:defRPr>
            </a:lvl3pPr>
            <a:lvl4pPr>
              <a:defRPr sz="2100" b="1">
                <a:solidFill>
                  <a:srgbClr val="18A999"/>
                </a:solidFill>
              </a:defRPr>
            </a:lvl4pPr>
            <a:lvl5pPr>
              <a:defRPr sz="2100" b="1">
                <a:solidFill>
                  <a:srgbClr val="18A999"/>
                </a:solidFill>
              </a:defRPr>
            </a:lvl5pPr>
            <a:lvl6pPr>
              <a:defRPr sz="2100" b="1">
                <a:solidFill>
                  <a:srgbClr val="18A999"/>
                </a:solidFill>
              </a:defRPr>
            </a:lvl6pPr>
            <a:lvl7pPr>
              <a:defRPr sz="2100" b="1">
                <a:solidFill>
                  <a:srgbClr val="18A999"/>
                </a:solidFill>
              </a:defRPr>
            </a:lvl7pPr>
            <a:lvl8pPr>
              <a:defRPr sz="2100" b="1">
                <a:solidFill>
                  <a:srgbClr val="18A999"/>
                </a:solidFill>
              </a:defRPr>
            </a:lvl8pPr>
            <a:lvl9pPr>
              <a:defRPr sz="2100" b="1">
                <a:solidFill>
                  <a:srgbClr val="18A999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8A999"/>
                </a:solidFill>
              </a:defRPr>
            </a:pPr>
            <a:r>
              <a:rPr sz="2100" b="1">
                <a:solidFill>
                  <a:srgbClr val="18A999"/>
                </a:solidFill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BEFB9B-6356-418C-B248-80060D6E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480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27384"/>
                </a:solidFill>
              </a:defRPr>
            </a:defPPr>
            <a:lvl1pPr>
              <a:defRPr sz="1200" b="1">
                <a:solidFill>
                  <a:srgbClr val="627384"/>
                </a:solidFill>
              </a:defRPr>
            </a:lvl1pPr>
            <a:lvl2pPr>
              <a:defRPr sz="1200" b="1">
                <a:solidFill>
                  <a:srgbClr val="627384"/>
                </a:solidFill>
              </a:defRPr>
            </a:lvl2pPr>
            <a:lvl3pPr>
              <a:defRPr sz="1200" b="1">
                <a:solidFill>
                  <a:srgbClr val="627384"/>
                </a:solidFill>
              </a:defRPr>
            </a:lvl3pPr>
            <a:lvl4pPr>
              <a:defRPr sz="1200" b="1">
                <a:solidFill>
                  <a:srgbClr val="627384"/>
                </a:solidFill>
              </a:defRPr>
            </a:lvl4pPr>
            <a:lvl5pPr>
              <a:defRPr sz="1200" b="1">
                <a:solidFill>
                  <a:srgbClr val="627384"/>
                </a:solidFill>
              </a:defRPr>
            </a:lvl5pPr>
            <a:lvl6pPr>
              <a:defRPr sz="1200" b="1">
                <a:solidFill>
                  <a:srgbClr val="627384"/>
                </a:solidFill>
              </a:defRPr>
            </a:lvl6pPr>
            <a:lvl7pPr>
              <a:defRPr sz="1200" b="1">
                <a:solidFill>
                  <a:srgbClr val="627384"/>
                </a:solidFill>
              </a:defRPr>
            </a:lvl7pPr>
            <a:lvl8pPr>
              <a:defRPr sz="1200" b="1">
                <a:solidFill>
                  <a:srgbClr val="627384"/>
                </a:solidFill>
              </a:defRPr>
            </a:lvl8pPr>
            <a:lvl9pPr>
              <a:defRPr sz="1200" b="1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627384"/>
                </a:solidFill>
              </a:defRPr>
            </a:pPr>
            <a:r>
              <a:rPr sz="1200" b="1">
                <a:solidFill>
                  <a:srgbClr val="627384"/>
                </a:solidFill>
              </a:rPr>
              <a:t>Google Sheet 결과 화면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4E8C9E-BC74-44E8-9072-00E5889F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3333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9FDACA-164C-4BC6-9BAF-54E511E6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838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DE781D-873F-421C-8F44-22A93A84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051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A999"/>
                </a:solidFill>
              </a:defRPr>
            </a:defPPr>
            <a:lvl1pPr>
              <a:defRPr sz="2100" b="1">
                <a:solidFill>
                  <a:srgbClr val="18A999"/>
                </a:solidFill>
              </a:defRPr>
            </a:lvl1pPr>
            <a:lvl2pPr>
              <a:defRPr sz="2100" b="1">
                <a:solidFill>
                  <a:srgbClr val="18A999"/>
                </a:solidFill>
              </a:defRPr>
            </a:lvl2pPr>
            <a:lvl3pPr>
              <a:defRPr sz="2100" b="1">
                <a:solidFill>
                  <a:srgbClr val="18A999"/>
                </a:solidFill>
              </a:defRPr>
            </a:lvl3pPr>
            <a:lvl4pPr>
              <a:defRPr sz="2100" b="1">
                <a:solidFill>
                  <a:srgbClr val="18A999"/>
                </a:solidFill>
              </a:defRPr>
            </a:lvl4pPr>
            <a:lvl5pPr>
              <a:defRPr sz="2100" b="1">
                <a:solidFill>
                  <a:srgbClr val="18A999"/>
                </a:solidFill>
              </a:defRPr>
            </a:lvl5pPr>
            <a:lvl6pPr>
              <a:defRPr sz="2100" b="1">
                <a:solidFill>
                  <a:srgbClr val="18A999"/>
                </a:solidFill>
              </a:defRPr>
            </a:lvl6pPr>
            <a:lvl7pPr>
              <a:defRPr sz="2100" b="1">
                <a:solidFill>
                  <a:srgbClr val="18A999"/>
                </a:solidFill>
              </a:defRPr>
            </a:lvl7pPr>
            <a:lvl8pPr>
              <a:defRPr sz="2100" b="1">
                <a:solidFill>
                  <a:srgbClr val="18A999"/>
                </a:solidFill>
              </a:defRPr>
            </a:lvl8pPr>
            <a:lvl9pPr>
              <a:defRPr sz="2100" b="1">
                <a:solidFill>
                  <a:srgbClr val="18A999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8A999"/>
                </a:solidFill>
              </a:defRPr>
            </a:pPr>
            <a:r>
              <a:rPr sz="2100" b="1">
                <a:solidFill>
                  <a:srgbClr val="18A999"/>
                </a:solidFill>
              </a:rPr>
              <a:t>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D4EF4-5E58-4664-B464-5A276E82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480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627384"/>
                </a:solidFill>
              </a:defRPr>
            </a:defPPr>
            <a:lvl1pPr>
              <a:defRPr sz="1200" b="1">
                <a:solidFill>
                  <a:srgbClr val="627384"/>
                </a:solidFill>
              </a:defRPr>
            </a:lvl1pPr>
            <a:lvl2pPr>
              <a:defRPr sz="1200" b="1">
                <a:solidFill>
                  <a:srgbClr val="627384"/>
                </a:solidFill>
              </a:defRPr>
            </a:lvl2pPr>
            <a:lvl3pPr>
              <a:defRPr sz="1200" b="1">
                <a:solidFill>
                  <a:srgbClr val="627384"/>
                </a:solidFill>
              </a:defRPr>
            </a:lvl3pPr>
            <a:lvl4pPr>
              <a:defRPr sz="1200" b="1">
                <a:solidFill>
                  <a:srgbClr val="627384"/>
                </a:solidFill>
              </a:defRPr>
            </a:lvl4pPr>
            <a:lvl5pPr>
              <a:defRPr sz="1200" b="1">
                <a:solidFill>
                  <a:srgbClr val="627384"/>
                </a:solidFill>
              </a:defRPr>
            </a:lvl5pPr>
            <a:lvl6pPr>
              <a:defRPr sz="1200" b="1">
                <a:solidFill>
                  <a:srgbClr val="627384"/>
                </a:solidFill>
              </a:defRPr>
            </a:lvl6pPr>
            <a:lvl7pPr>
              <a:defRPr sz="1200" b="1">
                <a:solidFill>
                  <a:srgbClr val="627384"/>
                </a:solidFill>
              </a:defRPr>
            </a:lvl7pPr>
            <a:lvl8pPr>
              <a:defRPr sz="1200" b="1">
                <a:solidFill>
                  <a:srgbClr val="627384"/>
                </a:solidFill>
              </a:defRPr>
            </a:lvl8pPr>
            <a:lvl9pPr>
              <a:defRPr sz="1200" b="1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627384"/>
                </a:solidFill>
              </a:defRPr>
            </a:pPr>
            <a:r>
              <a:rPr sz="1200" b="1">
                <a:solidFill>
                  <a:srgbClr val="627384"/>
                </a:solidFill>
              </a:rPr>
              <a:t>Jira · Slack 연동 화면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D0226A-29D4-4C3A-9A4A-FB2E7439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1"/>
          </a:solidFill>
          <a:ln xmlns:a="http://schemas.openxmlformats.org/drawingml/2006/main" w="9525">
            <a:solidFill>
              <a:srgbClr val="DDF5F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9FBF54-239F-456C-9B59-CF7033AD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911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AA876"/>
                </a:solidFill>
              </a:defRPr>
            </a:defPPr>
            <a:lvl1pPr>
              <a:defRPr sz="975" b="1">
                <a:solidFill>
                  <a:srgbClr val="2AA876"/>
                </a:solidFill>
              </a:defRPr>
            </a:lvl1pPr>
            <a:lvl2pPr>
              <a:defRPr sz="975" b="1">
                <a:solidFill>
                  <a:srgbClr val="2AA876"/>
                </a:solidFill>
              </a:defRPr>
            </a:lvl2pPr>
            <a:lvl3pPr>
              <a:defRPr sz="975" b="1">
                <a:solidFill>
                  <a:srgbClr val="2AA876"/>
                </a:solidFill>
              </a:defRPr>
            </a:lvl3pPr>
            <a:lvl4pPr>
              <a:defRPr sz="975" b="1">
                <a:solidFill>
                  <a:srgbClr val="2AA876"/>
                </a:solidFill>
              </a:defRPr>
            </a:lvl4pPr>
            <a:lvl5pPr>
              <a:defRPr sz="975" b="1">
                <a:solidFill>
                  <a:srgbClr val="2AA876"/>
                </a:solidFill>
              </a:defRPr>
            </a:lvl5pPr>
            <a:lvl6pPr>
              <a:defRPr sz="975" b="1">
                <a:solidFill>
                  <a:srgbClr val="2AA876"/>
                </a:solidFill>
              </a:defRPr>
            </a:lvl6pPr>
            <a:lvl7pPr>
              <a:defRPr sz="975" b="1">
                <a:solidFill>
                  <a:srgbClr val="2AA876"/>
                </a:solidFill>
              </a:defRPr>
            </a:lvl7pPr>
            <a:lvl8pPr>
              <a:defRPr sz="975" b="1">
                <a:solidFill>
                  <a:srgbClr val="2AA876"/>
                </a:solidFill>
              </a:defRPr>
            </a:lvl8pPr>
            <a:lvl9pPr>
              <a:defRPr sz="975" b="1">
                <a:solidFill>
                  <a:srgbClr val="2AA876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AA876"/>
                </a:solidFill>
              </a:defRPr>
            </a:pPr>
            <a:r>
              <a:rPr sz="975" b="1">
                <a:solidFill>
                  <a:srgbClr val="2AA876"/>
                </a:solidFill>
              </a:rPr>
              <a:t>1. 인수 테스트 3개 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8843E0-0721-47CB-B45B-EE414F30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95300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1"/>
          </a:solidFill>
          <a:ln xmlns:a="http://schemas.openxmlformats.org/drawingml/2006/main" w="9525">
            <a:solidFill>
              <a:srgbClr val="DDF5F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3504F2-586F-42C2-9D46-0BED17A6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911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8A999"/>
                </a:solidFill>
              </a:defRPr>
            </a:defPPr>
            <a:lvl1pPr>
              <a:defRPr sz="975" b="1">
                <a:solidFill>
                  <a:srgbClr val="18A999"/>
                </a:solidFill>
              </a:defRPr>
            </a:lvl1pPr>
            <a:lvl2pPr>
              <a:defRPr sz="975" b="1">
                <a:solidFill>
                  <a:srgbClr val="18A999"/>
                </a:solidFill>
              </a:defRPr>
            </a:lvl2pPr>
            <a:lvl3pPr>
              <a:defRPr sz="975" b="1">
                <a:solidFill>
                  <a:srgbClr val="18A999"/>
                </a:solidFill>
              </a:defRPr>
            </a:lvl3pPr>
            <a:lvl4pPr>
              <a:defRPr sz="975" b="1">
                <a:solidFill>
                  <a:srgbClr val="18A999"/>
                </a:solidFill>
              </a:defRPr>
            </a:lvl4pPr>
            <a:lvl5pPr>
              <a:defRPr sz="975" b="1">
                <a:solidFill>
                  <a:srgbClr val="18A999"/>
                </a:solidFill>
              </a:defRPr>
            </a:lvl5pPr>
            <a:lvl6pPr>
              <a:defRPr sz="975" b="1">
                <a:solidFill>
                  <a:srgbClr val="18A999"/>
                </a:solidFill>
              </a:defRPr>
            </a:lvl6pPr>
            <a:lvl7pPr>
              <a:defRPr sz="975" b="1">
                <a:solidFill>
                  <a:srgbClr val="18A999"/>
                </a:solidFill>
              </a:defRPr>
            </a:lvl7pPr>
            <a:lvl8pPr>
              <a:defRPr sz="975" b="1">
                <a:solidFill>
                  <a:srgbClr val="18A999"/>
                </a:solidFill>
              </a:defRPr>
            </a:lvl8pPr>
            <a:lvl9pPr>
              <a:defRPr sz="975" b="1">
                <a:solidFill>
                  <a:srgbClr val="18A99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2. 실제 영상 촬영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6BDF8D-A272-4DE0-8116-6CAAF1D9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1"/>
          </a:solidFill>
          <a:ln xmlns:a="http://schemas.openxmlformats.org/drawingml/2006/main" w="9525">
            <a:solidFill>
              <a:srgbClr val="DDF5F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8DDA39-AAF9-4957-8AE7-1BCC6B4B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911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8A999"/>
                </a:solidFill>
              </a:defRPr>
            </a:defPPr>
            <a:lvl1pPr>
              <a:defRPr sz="975" b="1">
                <a:solidFill>
                  <a:srgbClr val="18A999"/>
                </a:solidFill>
              </a:defRPr>
            </a:lvl1pPr>
            <a:lvl2pPr>
              <a:defRPr sz="975" b="1">
                <a:solidFill>
                  <a:srgbClr val="18A999"/>
                </a:solidFill>
              </a:defRPr>
            </a:lvl2pPr>
            <a:lvl3pPr>
              <a:defRPr sz="975" b="1">
                <a:solidFill>
                  <a:srgbClr val="18A999"/>
                </a:solidFill>
              </a:defRPr>
            </a:lvl3pPr>
            <a:lvl4pPr>
              <a:defRPr sz="975" b="1">
                <a:solidFill>
                  <a:srgbClr val="18A999"/>
                </a:solidFill>
              </a:defRPr>
            </a:lvl4pPr>
            <a:lvl5pPr>
              <a:defRPr sz="975" b="1">
                <a:solidFill>
                  <a:srgbClr val="18A999"/>
                </a:solidFill>
              </a:defRPr>
            </a:lvl5pPr>
            <a:lvl6pPr>
              <a:defRPr sz="975" b="1">
                <a:solidFill>
                  <a:srgbClr val="18A999"/>
                </a:solidFill>
              </a:defRPr>
            </a:lvl6pPr>
            <a:lvl7pPr>
              <a:defRPr sz="975" b="1">
                <a:solidFill>
                  <a:srgbClr val="18A999"/>
                </a:solidFill>
              </a:defRPr>
            </a:lvl7pPr>
            <a:lvl8pPr>
              <a:defRPr sz="975" b="1">
                <a:solidFill>
                  <a:srgbClr val="18A999"/>
                </a:solidFill>
              </a:defRPr>
            </a:lvl8pPr>
            <a:lvl9pPr>
              <a:defRPr sz="975" b="1">
                <a:solidFill>
                  <a:srgbClr val="18A99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3. 결과 화면 교체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ABEE50-C609-4DC4-A6FF-6365956B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5300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5F1"/>
          </a:solidFill>
          <a:ln xmlns:a="http://schemas.openxmlformats.org/drawingml/2006/main" w="9525">
            <a:solidFill>
              <a:srgbClr val="DDF5F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C54148-EA34-4A2C-B90F-2BE50445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9911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8A999"/>
                </a:solidFill>
              </a:defRPr>
            </a:defPPr>
            <a:lvl1pPr>
              <a:defRPr sz="975" b="1">
                <a:solidFill>
                  <a:srgbClr val="18A999"/>
                </a:solidFill>
              </a:defRPr>
            </a:lvl1pPr>
            <a:lvl2pPr>
              <a:defRPr sz="975" b="1">
                <a:solidFill>
                  <a:srgbClr val="18A999"/>
                </a:solidFill>
              </a:defRPr>
            </a:lvl2pPr>
            <a:lvl3pPr>
              <a:defRPr sz="975" b="1">
                <a:solidFill>
                  <a:srgbClr val="18A999"/>
                </a:solidFill>
              </a:defRPr>
            </a:lvl3pPr>
            <a:lvl4pPr>
              <a:defRPr sz="975" b="1">
                <a:solidFill>
                  <a:srgbClr val="18A999"/>
                </a:solidFill>
              </a:defRPr>
            </a:lvl4pPr>
            <a:lvl5pPr>
              <a:defRPr sz="975" b="1">
                <a:solidFill>
                  <a:srgbClr val="18A999"/>
                </a:solidFill>
              </a:defRPr>
            </a:lvl5pPr>
            <a:lvl6pPr>
              <a:defRPr sz="975" b="1">
                <a:solidFill>
                  <a:srgbClr val="18A999"/>
                </a:solidFill>
              </a:defRPr>
            </a:lvl6pPr>
            <a:lvl7pPr>
              <a:defRPr sz="975" b="1">
                <a:solidFill>
                  <a:srgbClr val="18A999"/>
                </a:solidFill>
              </a:defRPr>
            </a:lvl7pPr>
            <a:lvl8pPr>
              <a:defRPr sz="975" b="1">
                <a:solidFill>
                  <a:srgbClr val="18A999"/>
                </a:solidFill>
              </a:defRPr>
            </a:lvl8pPr>
            <a:lvl9pPr>
              <a:defRPr sz="975" b="1">
                <a:solidFill>
                  <a:srgbClr val="18A99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4. 최종 제출본 점검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B717A9-9319-4E7C-B0A7-324CACD3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007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02A43"/>
                </a:solidFill>
              </a:defRPr>
            </a:defPPr>
            <a:lvl1pPr>
              <a:defRPr sz="1575" b="1">
                <a:solidFill>
                  <a:srgbClr val="102A43"/>
                </a:solidFill>
              </a:defRPr>
            </a:lvl1pPr>
            <a:lvl2pPr>
              <a:defRPr sz="1575" b="1">
                <a:solidFill>
                  <a:srgbClr val="102A43"/>
                </a:solidFill>
              </a:defRPr>
            </a:lvl2pPr>
            <a:lvl3pPr>
              <a:defRPr sz="1575" b="1">
                <a:solidFill>
                  <a:srgbClr val="102A43"/>
                </a:solidFill>
              </a:defRPr>
            </a:lvl3pPr>
            <a:lvl4pPr>
              <a:defRPr sz="1575" b="1">
                <a:solidFill>
                  <a:srgbClr val="102A43"/>
                </a:solidFill>
              </a:defRPr>
            </a:lvl4pPr>
            <a:lvl5pPr>
              <a:defRPr sz="1575" b="1">
                <a:solidFill>
                  <a:srgbClr val="102A43"/>
                </a:solidFill>
              </a:defRPr>
            </a:lvl5pPr>
            <a:lvl6pPr>
              <a:defRPr sz="1575" b="1">
                <a:solidFill>
                  <a:srgbClr val="102A43"/>
                </a:solidFill>
              </a:defRPr>
            </a:lvl6pPr>
            <a:lvl7pPr>
              <a:defRPr sz="1575" b="1">
                <a:solidFill>
                  <a:srgbClr val="102A43"/>
                </a:solidFill>
              </a:defRPr>
            </a:lvl7pPr>
            <a:lvl8pPr>
              <a:defRPr sz="1575" b="1">
                <a:solidFill>
                  <a:srgbClr val="102A43"/>
                </a:solidFill>
              </a:defRPr>
            </a:lvl8pPr>
            <a:lvl9pPr>
              <a:defRPr sz="15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핵심 성과  |  테스트 코드 + 실행 자동화 + 결과 관리 + 결함·알림 연동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057A5A-9721-413D-AA50-CD8A2669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6"/>
          </a:solidFill>
          <a:ln xmlns:a="http://schemas.openxmlformats.org/drawingml/2006/main" w="9525">
            <a:solidFill>
              <a:srgbClr val="D6DE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77B168-6827-4132-BAF1-8A2540FB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627384"/>
                </a:solidFill>
              </a:defRPr>
            </a:defPPr>
            <a:lvl1pPr>
              <a:defRPr sz="825">
                <a:solidFill>
                  <a:srgbClr val="627384"/>
                </a:solidFill>
              </a:defRPr>
            </a:lvl1pPr>
            <a:lvl2pPr>
              <a:defRPr sz="825">
                <a:solidFill>
                  <a:srgbClr val="627384"/>
                </a:solidFill>
              </a:defRPr>
            </a:lvl2pPr>
            <a:lvl3pPr>
              <a:defRPr sz="825">
                <a:solidFill>
                  <a:srgbClr val="627384"/>
                </a:solidFill>
              </a:defRPr>
            </a:lvl3pPr>
            <a:lvl4pPr>
              <a:defRPr sz="825">
                <a:solidFill>
                  <a:srgbClr val="627384"/>
                </a:solidFill>
              </a:defRPr>
            </a:lvl4pPr>
            <a:lvl5pPr>
              <a:defRPr sz="825">
                <a:solidFill>
                  <a:srgbClr val="627384"/>
                </a:solidFill>
              </a:defRPr>
            </a:lvl5pPr>
            <a:lvl6pPr>
              <a:defRPr sz="825">
                <a:solidFill>
                  <a:srgbClr val="627384"/>
                </a:solidFill>
              </a:defRPr>
            </a:lvl6pPr>
            <a:lvl7pPr>
              <a:defRPr sz="825">
                <a:solidFill>
                  <a:srgbClr val="627384"/>
                </a:solidFill>
              </a:defRPr>
            </a:lvl7pPr>
            <a:lvl8pPr>
              <a:defRPr sz="825">
                <a:solidFill>
                  <a:srgbClr val="627384"/>
                </a:solidFill>
              </a:defRPr>
            </a:lvl8pPr>
            <a:lvl9pPr>
              <a:defRPr sz="825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825">
                <a:solidFill>
                  <a:srgbClr val="627384"/>
                </a:solidFill>
              </a:defRPr>
            </a:pPr>
            <a:r>
              <a:rPr sz="825">
                <a:solidFill>
                  <a:srgbClr val="627384"/>
                </a:solidFill>
              </a:rPr>
              <a:t>Bomber QA Automation · Thank you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4C8D44-9998-41D9-93F6-5CD59382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722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27384"/>
                </a:solidFill>
              </a:defRPr>
            </a:defPPr>
            <a:lvl1pPr>
              <a:defRPr sz="825" b="1">
                <a:solidFill>
                  <a:srgbClr val="627384"/>
                </a:solidFill>
              </a:defRPr>
            </a:lvl1pPr>
            <a:lvl2pPr>
              <a:defRPr sz="825" b="1">
                <a:solidFill>
                  <a:srgbClr val="627384"/>
                </a:solidFill>
              </a:defRPr>
            </a:lvl2pPr>
            <a:lvl3pPr>
              <a:defRPr sz="825" b="1">
                <a:solidFill>
                  <a:srgbClr val="627384"/>
                </a:solidFill>
              </a:defRPr>
            </a:lvl3pPr>
            <a:lvl4pPr>
              <a:defRPr sz="825" b="1">
                <a:solidFill>
                  <a:srgbClr val="627384"/>
                </a:solidFill>
              </a:defRPr>
            </a:lvl4pPr>
            <a:lvl5pPr>
              <a:defRPr sz="825" b="1">
                <a:solidFill>
                  <a:srgbClr val="627384"/>
                </a:solidFill>
              </a:defRPr>
            </a:lvl5pPr>
            <a:lvl6pPr>
              <a:defRPr sz="825" b="1">
                <a:solidFill>
                  <a:srgbClr val="627384"/>
                </a:solidFill>
              </a:defRPr>
            </a:lvl6pPr>
            <a:lvl7pPr>
              <a:defRPr sz="825" b="1">
                <a:solidFill>
                  <a:srgbClr val="627384"/>
                </a:solidFill>
              </a:defRPr>
            </a:lvl7pPr>
            <a:lvl8pPr>
              <a:defRPr sz="825" b="1">
                <a:solidFill>
                  <a:srgbClr val="627384"/>
                </a:solidFill>
              </a:defRPr>
            </a:lvl8pPr>
            <a:lvl9pPr>
              <a:defRPr sz="825" b="1">
                <a:solidFill>
                  <a:srgbClr val="627384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627384"/>
                </a:solidFill>
              </a:defRPr>
            </a:pPr>
            <a:r>
              <a:rPr sz="825" b="1">
                <a:solidFill>
                  <a:srgbClr val="627384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292583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2026-10-28T13:22:53.8000000Z</dcterms:created>
  <dcterms:modified xsi:type="dcterms:W3CDTF">2026-10-28T13:22:53.8000000Z</dcterms:modified>
</coreProperties>
</file>